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801600" cy="9601200" type="A3"/>
  <p:notesSz cx="6858000" cy="9144000"/>
  <p:defaultTextStyle>
    <a:defPPr>
      <a:defRPr lang="en-US"/>
    </a:defPPr>
    <a:lvl1pPr marL="0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1pPr>
    <a:lvl2pPr marL="597378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2pPr>
    <a:lvl3pPr marL="1194755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3pPr>
    <a:lvl4pPr marL="1792133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4pPr>
    <a:lvl5pPr marL="2389510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5pPr>
    <a:lvl6pPr marL="2986888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6pPr>
    <a:lvl7pPr marL="3584265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7pPr>
    <a:lvl8pPr marL="4181643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8pPr>
    <a:lvl9pPr marL="4779020" algn="l" defTabSz="1194755" rtl="0" eaLnBrk="1" latinLnBrk="0" hangingPunct="1">
      <a:defRPr sz="23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6"/>
  </p:normalViewPr>
  <p:slideViewPr>
    <p:cSldViewPr>
      <p:cViewPr varScale="1">
        <p:scale>
          <a:sx n="75" d="100"/>
          <a:sy n="75" d="100"/>
        </p:scale>
        <p:origin x="1816" y="160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F9398-BA32-0249-A8F3-96F9425DEA10}" type="datetimeFigureOut">
              <a:rPr lang="en-US" smtClean="0"/>
              <a:t>4/8/20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323A7-BBA1-B548-B3B5-DDCC82C67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2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1pPr>
    <a:lvl2pPr marL="597378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2pPr>
    <a:lvl3pPr marL="1194755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3pPr>
    <a:lvl4pPr marL="1792133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4pPr>
    <a:lvl5pPr marL="2389510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5pPr>
    <a:lvl6pPr marL="2986888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6pPr>
    <a:lvl7pPr marL="3584265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7pPr>
    <a:lvl8pPr marL="4181643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8pPr>
    <a:lvl9pPr marL="4779020" algn="l" defTabSz="1194755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323A7-BBA1-B548-B3B5-DDCC82C67A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2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323A7-BBA1-B548-B3B5-DDCC82C67A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1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982601"/>
            <a:ext cx="10881360" cy="20580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7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6169666"/>
            <a:ext cx="10881360" cy="190690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1pPr>
            <a:lvl2pPr marL="48010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96021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4031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2042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400528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8063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6074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4084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2" y="2240286"/>
            <a:ext cx="5654040" cy="6336348"/>
          </a:xfrm>
        </p:spPr>
        <p:txBody>
          <a:bodyPr/>
          <a:lstStyle>
            <a:lvl1pPr>
              <a:defRPr sz="2941"/>
            </a:lvl1pPr>
            <a:lvl2pPr>
              <a:defRPr sz="2520"/>
            </a:lvl2pPr>
            <a:lvl3pPr>
              <a:defRPr sz="2101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2" y="2240286"/>
            <a:ext cx="5654040" cy="6336348"/>
          </a:xfrm>
        </p:spPr>
        <p:txBody>
          <a:bodyPr/>
          <a:lstStyle>
            <a:lvl1pPr>
              <a:defRPr sz="2941"/>
            </a:lvl1pPr>
            <a:lvl2pPr>
              <a:defRPr sz="2520"/>
            </a:lvl2pPr>
            <a:lvl3pPr>
              <a:defRPr sz="2101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3" y="2149158"/>
            <a:ext cx="5656263" cy="89566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104" indent="0">
              <a:buNone/>
              <a:defRPr sz="2101" b="1"/>
            </a:lvl2pPr>
            <a:lvl3pPr marL="960211" indent="0">
              <a:buNone/>
              <a:defRPr sz="1890" b="1"/>
            </a:lvl3pPr>
            <a:lvl4pPr marL="1440317" indent="0">
              <a:buNone/>
              <a:defRPr sz="1680" b="1"/>
            </a:lvl4pPr>
            <a:lvl5pPr marL="1920423" indent="0">
              <a:buNone/>
              <a:defRPr sz="1680" b="1"/>
            </a:lvl5pPr>
            <a:lvl6pPr marL="2400528" indent="0">
              <a:buNone/>
              <a:defRPr sz="1680" b="1"/>
            </a:lvl6pPr>
            <a:lvl7pPr marL="2880634" indent="0">
              <a:buNone/>
              <a:defRPr sz="1680" b="1"/>
            </a:lvl7pPr>
            <a:lvl8pPr marL="3360741" indent="0">
              <a:buNone/>
              <a:defRPr sz="1680" b="1"/>
            </a:lvl8pPr>
            <a:lvl9pPr marL="3840847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3" y="3044825"/>
            <a:ext cx="5656263" cy="5531803"/>
          </a:xfrm>
        </p:spPr>
        <p:txBody>
          <a:bodyPr/>
          <a:lstStyle>
            <a:lvl1pPr>
              <a:defRPr sz="2520"/>
            </a:lvl1pPr>
            <a:lvl2pPr>
              <a:defRPr sz="2101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8" y="2149158"/>
            <a:ext cx="5658485" cy="89566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104" indent="0">
              <a:buNone/>
              <a:defRPr sz="2101" b="1"/>
            </a:lvl2pPr>
            <a:lvl3pPr marL="960211" indent="0">
              <a:buNone/>
              <a:defRPr sz="1890" b="1"/>
            </a:lvl3pPr>
            <a:lvl4pPr marL="1440317" indent="0">
              <a:buNone/>
              <a:defRPr sz="1680" b="1"/>
            </a:lvl4pPr>
            <a:lvl5pPr marL="1920423" indent="0">
              <a:buNone/>
              <a:defRPr sz="1680" b="1"/>
            </a:lvl5pPr>
            <a:lvl6pPr marL="2400528" indent="0">
              <a:buNone/>
              <a:defRPr sz="1680" b="1"/>
            </a:lvl6pPr>
            <a:lvl7pPr marL="2880634" indent="0">
              <a:buNone/>
              <a:defRPr sz="1680" b="1"/>
            </a:lvl7pPr>
            <a:lvl8pPr marL="3360741" indent="0">
              <a:buNone/>
              <a:defRPr sz="1680" b="1"/>
            </a:lvl8pPr>
            <a:lvl9pPr marL="3840847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8" y="3044825"/>
            <a:ext cx="5658485" cy="5531803"/>
          </a:xfrm>
        </p:spPr>
        <p:txBody>
          <a:bodyPr/>
          <a:lstStyle>
            <a:lvl1pPr>
              <a:defRPr sz="2520"/>
            </a:lvl1pPr>
            <a:lvl2pPr>
              <a:defRPr sz="2101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1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2" y="382276"/>
            <a:ext cx="7156450" cy="8194358"/>
          </a:xfrm>
        </p:spPr>
        <p:txBody>
          <a:bodyPr/>
          <a:lstStyle>
            <a:lvl1pPr>
              <a:defRPr sz="3360"/>
            </a:lvl1pPr>
            <a:lvl2pPr>
              <a:defRPr sz="2941"/>
            </a:lvl2pPr>
            <a:lvl3pPr>
              <a:defRPr sz="2520"/>
            </a:lvl3pPr>
            <a:lvl4pPr>
              <a:defRPr sz="2101"/>
            </a:lvl4pPr>
            <a:lvl5pPr>
              <a:defRPr sz="2101"/>
            </a:lvl5pPr>
            <a:lvl6pPr>
              <a:defRPr sz="2101"/>
            </a:lvl6pPr>
            <a:lvl7pPr>
              <a:defRPr sz="2101"/>
            </a:lvl7pPr>
            <a:lvl8pPr>
              <a:defRPr sz="2101"/>
            </a:lvl8pPr>
            <a:lvl9pPr>
              <a:defRPr sz="21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2009145"/>
            <a:ext cx="4211638" cy="6567488"/>
          </a:xfrm>
        </p:spPr>
        <p:txBody>
          <a:bodyPr/>
          <a:lstStyle>
            <a:lvl1pPr marL="0" indent="0">
              <a:buNone/>
              <a:defRPr sz="1470"/>
            </a:lvl1pPr>
            <a:lvl2pPr marL="480104" indent="0">
              <a:buNone/>
              <a:defRPr sz="1261"/>
            </a:lvl2pPr>
            <a:lvl3pPr marL="960211" indent="0">
              <a:buNone/>
              <a:defRPr sz="1050"/>
            </a:lvl3pPr>
            <a:lvl4pPr marL="1440317" indent="0">
              <a:buNone/>
              <a:defRPr sz="944"/>
            </a:lvl4pPr>
            <a:lvl5pPr marL="1920423" indent="0">
              <a:buNone/>
              <a:defRPr sz="944"/>
            </a:lvl5pPr>
            <a:lvl6pPr marL="2400528" indent="0">
              <a:buNone/>
              <a:defRPr sz="944"/>
            </a:lvl6pPr>
            <a:lvl7pPr marL="2880634" indent="0">
              <a:buNone/>
              <a:defRPr sz="944"/>
            </a:lvl7pPr>
            <a:lvl8pPr marL="3360741" indent="0">
              <a:buNone/>
              <a:defRPr sz="944"/>
            </a:lvl8pPr>
            <a:lvl9pPr marL="3840847" indent="0">
              <a:buNone/>
              <a:defRPr sz="9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1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3360"/>
            </a:lvl1pPr>
            <a:lvl2pPr marL="480104" indent="0">
              <a:buNone/>
              <a:defRPr sz="2941"/>
            </a:lvl2pPr>
            <a:lvl3pPr marL="960211" indent="0">
              <a:buNone/>
              <a:defRPr sz="2520"/>
            </a:lvl3pPr>
            <a:lvl4pPr marL="1440317" indent="0">
              <a:buNone/>
              <a:defRPr sz="2101"/>
            </a:lvl4pPr>
            <a:lvl5pPr marL="1920423" indent="0">
              <a:buNone/>
              <a:defRPr sz="2101"/>
            </a:lvl5pPr>
            <a:lvl6pPr marL="2400528" indent="0">
              <a:buNone/>
              <a:defRPr sz="2101"/>
            </a:lvl6pPr>
            <a:lvl7pPr marL="2880634" indent="0">
              <a:buNone/>
              <a:defRPr sz="2101"/>
            </a:lvl7pPr>
            <a:lvl8pPr marL="3360741" indent="0">
              <a:buNone/>
              <a:defRPr sz="2101"/>
            </a:lvl8pPr>
            <a:lvl9pPr marL="3840847" indent="0">
              <a:buNone/>
              <a:defRPr sz="210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1470"/>
            </a:lvl1pPr>
            <a:lvl2pPr marL="480104" indent="0">
              <a:buNone/>
              <a:defRPr sz="1261"/>
            </a:lvl2pPr>
            <a:lvl3pPr marL="960211" indent="0">
              <a:buNone/>
              <a:defRPr sz="1050"/>
            </a:lvl3pPr>
            <a:lvl4pPr marL="1440317" indent="0">
              <a:buNone/>
              <a:defRPr sz="944"/>
            </a:lvl4pPr>
            <a:lvl5pPr marL="1920423" indent="0">
              <a:buNone/>
              <a:defRPr sz="944"/>
            </a:lvl5pPr>
            <a:lvl6pPr marL="2400528" indent="0">
              <a:buNone/>
              <a:defRPr sz="944"/>
            </a:lvl6pPr>
            <a:lvl7pPr marL="2880634" indent="0">
              <a:buNone/>
              <a:defRPr sz="944"/>
            </a:lvl7pPr>
            <a:lvl8pPr marL="3360741" indent="0">
              <a:buNone/>
              <a:defRPr sz="944"/>
            </a:lvl8pPr>
            <a:lvl9pPr marL="3840847" indent="0">
              <a:buNone/>
              <a:defRPr sz="9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2" y="384500"/>
            <a:ext cx="2880360" cy="81921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2" y="384500"/>
            <a:ext cx="8427720" cy="81921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40286"/>
            <a:ext cx="11521440" cy="6336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8898896"/>
            <a:ext cx="29870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A2C4B-D94F-4955-A0A7-69A387FF5C78}" type="datetimeFigureOut">
              <a:rPr lang="en-US" smtClean="0"/>
              <a:t>4/8/20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898896"/>
            <a:ext cx="40538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8898896"/>
            <a:ext cx="29870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7BB38-0D13-45C0-B7A4-47530817FFA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60211" rtl="0" eaLnBrk="1" latinLnBrk="0" hangingPunct="1">
        <a:spcBef>
          <a:spcPct val="0"/>
        </a:spcBef>
        <a:buNone/>
        <a:defRPr sz="46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80" indent="-360080" algn="l" defTabSz="960211" rtl="0" eaLnBrk="1" latinLnBrk="0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780172" indent="-300067" algn="l" defTabSz="960211" rtl="0" eaLnBrk="1" latinLnBrk="0" hangingPunct="1">
        <a:spcBef>
          <a:spcPct val="20000"/>
        </a:spcBef>
        <a:buFont typeface="Arial" pitchFamily="34" charset="0"/>
        <a:buChar char="–"/>
        <a:defRPr sz="2941" kern="1200">
          <a:solidFill>
            <a:schemeClr val="tx1"/>
          </a:solidFill>
          <a:latin typeface="+mn-lt"/>
          <a:ea typeface="+mn-ea"/>
          <a:cs typeface="+mn-cs"/>
        </a:defRPr>
      </a:lvl2pPr>
      <a:lvl3pPr marL="1200265" indent="-240053" algn="l" defTabSz="960211" rtl="0" eaLnBrk="1" latinLnBrk="0" hangingPunct="1">
        <a:spcBef>
          <a:spcPct val="20000"/>
        </a:spcBef>
        <a:buFont typeface="Arial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680371" indent="-240053" algn="l" defTabSz="960211" rtl="0" eaLnBrk="1" latinLnBrk="0" hangingPunct="1">
        <a:spcBef>
          <a:spcPct val="20000"/>
        </a:spcBef>
        <a:buFont typeface="Arial" pitchFamily="34" charset="0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4pPr>
      <a:lvl5pPr marL="2160475" indent="-240053" algn="l" defTabSz="960211" rtl="0" eaLnBrk="1" latinLnBrk="0" hangingPunct="1">
        <a:spcBef>
          <a:spcPct val="20000"/>
        </a:spcBef>
        <a:buFont typeface="Arial" pitchFamily="34" charset="0"/>
        <a:buChar char="»"/>
        <a:defRPr sz="2101" kern="1200">
          <a:solidFill>
            <a:schemeClr val="tx1"/>
          </a:solidFill>
          <a:latin typeface="+mn-lt"/>
          <a:ea typeface="+mn-ea"/>
          <a:cs typeface="+mn-cs"/>
        </a:defRPr>
      </a:lvl5pPr>
      <a:lvl6pPr marL="2640581" indent="-240053" algn="l" defTabSz="960211" rtl="0" eaLnBrk="1" latinLnBrk="0" hangingPunct="1">
        <a:spcBef>
          <a:spcPct val="20000"/>
        </a:spcBef>
        <a:buFont typeface="Arial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6pPr>
      <a:lvl7pPr marL="3120688" indent="-240053" algn="l" defTabSz="960211" rtl="0" eaLnBrk="1" latinLnBrk="0" hangingPunct="1">
        <a:spcBef>
          <a:spcPct val="20000"/>
        </a:spcBef>
        <a:buFont typeface="Arial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7pPr>
      <a:lvl8pPr marL="3600793" indent="-240053" algn="l" defTabSz="960211" rtl="0" eaLnBrk="1" latinLnBrk="0" hangingPunct="1">
        <a:spcBef>
          <a:spcPct val="20000"/>
        </a:spcBef>
        <a:buFont typeface="Arial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8pPr>
      <a:lvl9pPr marL="4080899" indent="-240053" algn="l" defTabSz="960211" rtl="0" eaLnBrk="1" latinLnBrk="0" hangingPunct="1">
        <a:spcBef>
          <a:spcPct val="20000"/>
        </a:spcBef>
        <a:buFont typeface="Arial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104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211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317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423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528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634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741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847" algn="l" defTabSz="960211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SCP Architecture v.1.0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0316857C-6DDE-7044-BB35-0DEFE65FAC45}"/>
              </a:ext>
            </a:extLst>
          </p:cNvPr>
          <p:cNvGrpSpPr/>
          <p:nvPr/>
        </p:nvGrpSpPr>
        <p:grpSpPr>
          <a:xfrm>
            <a:off x="4657080" y="2198906"/>
            <a:ext cx="1713983" cy="785491"/>
            <a:chOff x="9235439" y="1258767"/>
            <a:chExt cx="2000250" cy="1007306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8DE292F3-6848-4644-907C-2339F9EEB9D3}"/>
                </a:ext>
              </a:extLst>
            </p:cNvPr>
            <p:cNvSpPr/>
            <p:nvPr/>
          </p:nvSpPr>
          <p:spPr>
            <a:xfrm>
              <a:off x="9555479" y="1258767"/>
              <a:ext cx="1360170" cy="64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AA Template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7F818F-A90B-4545-B16B-EA17CEA41C47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sp>
        <p:nvSpPr>
          <p:cNvPr id="52" name="Flowchart: Magnetic Disk 44">
            <a:extLst>
              <a:ext uri="{FF2B5EF4-FFF2-40B4-BE49-F238E27FC236}">
                <a16:creationId xmlns:a16="http://schemas.microsoft.com/office/drawing/2014/main" id="{1FCD84C1-4F73-3946-A46B-AA3B1919BD7F}"/>
              </a:ext>
            </a:extLst>
          </p:cNvPr>
          <p:cNvSpPr/>
          <p:nvPr/>
        </p:nvSpPr>
        <p:spPr>
          <a:xfrm>
            <a:off x="11275055" y="1703972"/>
            <a:ext cx="1029987" cy="642247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Template</a:t>
            </a:r>
            <a:br>
              <a:rPr lang="en-US" sz="1100" dirty="0"/>
            </a:br>
            <a:r>
              <a:rPr lang="en-US" sz="1100" dirty="0"/>
              <a:t>DB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18AA88-92E2-E04F-A848-73E28D6FE8D3}"/>
              </a:ext>
            </a:extLst>
          </p:cNvPr>
          <p:cNvGrpSpPr/>
          <p:nvPr/>
        </p:nvGrpSpPr>
        <p:grpSpPr>
          <a:xfrm>
            <a:off x="4704504" y="1028334"/>
            <a:ext cx="1615178" cy="865676"/>
            <a:chOff x="9235439" y="1258767"/>
            <a:chExt cx="2000250" cy="1007306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C60738D3-5396-0349-B064-8A98861C0483}"/>
                </a:ext>
              </a:extLst>
            </p:cNvPr>
            <p:cNvSpPr/>
            <p:nvPr/>
          </p:nvSpPr>
          <p:spPr>
            <a:xfrm>
              <a:off x="9555479" y="1258767"/>
              <a:ext cx="1360170" cy="64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Pipeline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ED0671F-ABE5-3245-999E-0B3AE9DB5171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sp>
        <p:nvSpPr>
          <p:cNvPr id="56" name="Flowchart: Magnetic Disk 44">
            <a:extLst>
              <a:ext uri="{FF2B5EF4-FFF2-40B4-BE49-F238E27FC236}">
                <a16:creationId xmlns:a16="http://schemas.microsoft.com/office/drawing/2014/main" id="{4ACC2ED4-D720-C145-9CFF-E8AE0A018FCE}"/>
              </a:ext>
            </a:extLst>
          </p:cNvPr>
          <p:cNvSpPr/>
          <p:nvPr/>
        </p:nvSpPr>
        <p:spPr>
          <a:xfrm>
            <a:off x="11268857" y="822219"/>
            <a:ext cx="1036196" cy="748492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Pipeline</a:t>
            </a:r>
            <a:br>
              <a:rPr lang="en-US" sz="1200" dirty="0"/>
            </a:br>
            <a:r>
              <a:rPr lang="en-US" sz="1200" dirty="0"/>
              <a:t>DB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9D9AD29-DA83-9346-9AD4-5FC1ADA9B386}"/>
              </a:ext>
            </a:extLst>
          </p:cNvPr>
          <p:cNvGrpSpPr/>
          <p:nvPr/>
        </p:nvGrpSpPr>
        <p:grpSpPr>
          <a:xfrm>
            <a:off x="8773150" y="6144466"/>
            <a:ext cx="1713984" cy="785491"/>
            <a:chOff x="9235439" y="1258767"/>
            <a:chExt cx="2000250" cy="1007306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317FEFBB-DC2D-294F-85B7-03F827E9F918}"/>
                </a:ext>
              </a:extLst>
            </p:cNvPr>
            <p:cNvSpPr/>
            <p:nvPr/>
          </p:nvSpPr>
          <p:spPr>
            <a:xfrm>
              <a:off x="9555479" y="1258767"/>
              <a:ext cx="1360169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User Services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67DE305-6DA8-7E4B-80FF-FCE2FAF731A1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A91B2DB-D529-AA4E-B8B5-D99CEF91EAFA}"/>
              </a:ext>
            </a:extLst>
          </p:cNvPr>
          <p:cNvGrpSpPr/>
          <p:nvPr/>
        </p:nvGrpSpPr>
        <p:grpSpPr>
          <a:xfrm>
            <a:off x="5724487" y="6079177"/>
            <a:ext cx="1713983" cy="785491"/>
            <a:chOff x="9235439" y="1258767"/>
            <a:chExt cx="2000250" cy="1007306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AC7D5C2-C08F-AE46-9932-925F50DEA7BD}"/>
                </a:ext>
              </a:extLst>
            </p:cNvPr>
            <p:cNvSpPr/>
            <p:nvPr/>
          </p:nvSpPr>
          <p:spPr>
            <a:xfrm>
              <a:off x="9555479" y="1258767"/>
              <a:ext cx="1360169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Batch </a:t>
              </a:r>
              <a:r>
                <a:rPr lang="en-US" sz="1400" dirty="0" err="1"/>
                <a:t>Enginees</a:t>
              </a:r>
              <a:endParaRPr lang="en-US" sz="14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C8C6EE9-E6E7-6D43-895D-DB64E9C4B96E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sp>
        <p:nvSpPr>
          <p:cNvPr id="65" name="Flowchart: Magnetic Disk 44">
            <a:extLst>
              <a:ext uri="{FF2B5EF4-FFF2-40B4-BE49-F238E27FC236}">
                <a16:creationId xmlns:a16="http://schemas.microsoft.com/office/drawing/2014/main" id="{CA9F2677-D1CE-5348-A5DD-234DDD19DB05}"/>
              </a:ext>
            </a:extLst>
          </p:cNvPr>
          <p:cNvSpPr/>
          <p:nvPr/>
        </p:nvSpPr>
        <p:spPr>
          <a:xfrm>
            <a:off x="11192130" y="6089159"/>
            <a:ext cx="1187903" cy="761420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UserRoles</a:t>
            </a:r>
            <a:br>
              <a:rPr lang="en-US" sz="1200" dirty="0"/>
            </a:br>
            <a:r>
              <a:rPr lang="en-US" sz="1200" dirty="0"/>
              <a:t>DB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684E92E8-A859-7D48-A5B7-ABE5DD97582D}"/>
              </a:ext>
            </a:extLst>
          </p:cNvPr>
          <p:cNvSpPr/>
          <p:nvPr/>
        </p:nvSpPr>
        <p:spPr>
          <a:xfrm>
            <a:off x="4333464" y="5575274"/>
            <a:ext cx="8430661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SCP INFRASTRUCTURE SERVICES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2359291A-3B1B-0349-AF64-2BB872587B8B}"/>
              </a:ext>
            </a:extLst>
          </p:cNvPr>
          <p:cNvSpPr/>
          <p:nvPr/>
        </p:nvSpPr>
        <p:spPr>
          <a:xfrm>
            <a:off x="4333465" y="247336"/>
            <a:ext cx="8468135" cy="4991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SCP MODULES MICROSERVICES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07B30809-FFAB-894C-B415-6C0C28ED58E1}"/>
              </a:ext>
            </a:extLst>
          </p:cNvPr>
          <p:cNvSpPr/>
          <p:nvPr/>
        </p:nvSpPr>
        <p:spPr>
          <a:xfrm>
            <a:off x="10759365" y="765202"/>
            <a:ext cx="243257" cy="87597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LAYER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7360D7-C348-CE46-B00E-BC52B10EC910}"/>
              </a:ext>
            </a:extLst>
          </p:cNvPr>
          <p:cNvGrpSpPr/>
          <p:nvPr/>
        </p:nvGrpSpPr>
        <p:grpSpPr>
          <a:xfrm>
            <a:off x="2333214" y="228599"/>
            <a:ext cx="2000252" cy="9296399"/>
            <a:chOff x="2333214" y="228599"/>
            <a:chExt cx="2000252" cy="9296399"/>
          </a:xfrm>
        </p:grpSpPr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A96B70AD-39AB-F545-8CBE-25A8F351C99B}"/>
                </a:ext>
              </a:extLst>
            </p:cNvPr>
            <p:cNvSpPr/>
            <p:nvPr/>
          </p:nvSpPr>
          <p:spPr>
            <a:xfrm>
              <a:off x="2333214" y="247337"/>
              <a:ext cx="2000251" cy="499130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SCP Web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53F3775-B674-7649-B68C-7148CE84D643}"/>
                </a:ext>
              </a:extLst>
            </p:cNvPr>
            <p:cNvGrpSpPr/>
            <p:nvPr/>
          </p:nvGrpSpPr>
          <p:grpSpPr>
            <a:xfrm>
              <a:off x="2477597" y="949621"/>
              <a:ext cx="1713983" cy="785491"/>
              <a:chOff x="9235439" y="1258767"/>
              <a:chExt cx="2000250" cy="1007306"/>
            </a:xfrm>
          </p:grpSpPr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5EA24A14-3550-864F-8732-D882A97B17AD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AA Template Module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5C036A3-E060-7445-92EB-DCEC16853347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</a:t>
                </a:r>
                <a:r>
                  <a:rPr lang="en-US" sz="1261" dirty="0" err="1"/>
                  <a:t>aatemplate</a:t>
                </a:r>
                <a:endParaRPr lang="en-US" sz="1261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5D8DC72-A7E9-EA44-86AF-DC17FB8D9BE6}"/>
                </a:ext>
              </a:extLst>
            </p:cNvPr>
            <p:cNvGrpSpPr/>
            <p:nvPr/>
          </p:nvGrpSpPr>
          <p:grpSpPr>
            <a:xfrm>
              <a:off x="2481257" y="1739475"/>
              <a:ext cx="1713983" cy="785491"/>
              <a:chOff x="9235439" y="1258767"/>
              <a:chExt cx="2000250" cy="1007306"/>
            </a:xfrm>
          </p:grpSpPr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E20E1CE0-39A5-AA4F-9502-709FBD7B52E8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Pipeline Module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1A7D619-F611-E948-93F2-B9B72CBC60A8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</a:t>
                </a:r>
                <a:r>
                  <a:rPr lang="en-US" sz="1261" dirty="0" err="1"/>
                  <a:t>pipelineModule</a:t>
                </a:r>
                <a:endParaRPr lang="en-US" sz="1261" dirty="0"/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1E6118-E05D-F148-9CC7-5CE7BA4BA455}"/>
                </a:ext>
              </a:extLst>
            </p:cNvPr>
            <p:cNvSpPr/>
            <p:nvPr/>
          </p:nvSpPr>
          <p:spPr>
            <a:xfrm>
              <a:off x="2333215" y="228599"/>
              <a:ext cx="2000251" cy="929639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90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393820A-0BAD-334C-A8BC-6C24A7B145AB}"/>
                </a:ext>
              </a:extLst>
            </p:cNvPr>
            <p:cNvGrpSpPr/>
            <p:nvPr/>
          </p:nvGrpSpPr>
          <p:grpSpPr>
            <a:xfrm>
              <a:off x="2476347" y="2661566"/>
              <a:ext cx="1713983" cy="785491"/>
              <a:chOff x="9235439" y="1258767"/>
              <a:chExt cx="2000250" cy="1007306"/>
            </a:xfrm>
          </p:grpSpPr>
          <p:sp>
            <p:nvSpPr>
              <p:cNvPr id="100" name="Rounded Rectangle 99">
                <a:extLst>
                  <a:ext uri="{FF2B5EF4-FFF2-40B4-BE49-F238E27FC236}">
                    <a16:creationId xmlns:a16="http://schemas.microsoft.com/office/drawing/2014/main" id="{BA32E53A-756D-D84A-A884-3AC48D7DF3D9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/>
                  <a:t>RejectDB</a:t>
                </a:r>
                <a:r>
                  <a:rPr lang="en-US" sz="1400" dirty="0"/>
                  <a:t> Module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37D68FF-FED5-EA4D-9A82-C780679F5BBE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</a:t>
                </a:r>
                <a:r>
                  <a:rPr lang="en-US" sz="1261" dirty="0" err="1"/>
                  <a:t>rejectDB</a:t>
                </a:r>
                <a:endParaRPr lang="en-US" sz="1261" dirty="0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4068474-4B2B-3B4E-9E9A-F73C30DD3A46}"/>
                </a:ext>
              </a:extLst>
            </p:cNvPr>
            <p:cNvGrpSpPr/>
            <p:nvPr/>
          </p:nvGrpSpPr>
          <p:grpSpPr>
            <a:xfrm>
              <a:off x="2476347" y="3543510"/>
              <a:ext cx="1713983" cy="785491"/>
              <a:chOff x="9235439" y="1258767"/>
              <a:chExt cx="2000250" cy="1007306"/>
            </a:xfrm>
          </p:grpSpPr>
          <p:sp>
            <p:nvSpPr>
              <p:cNvPr id="115" name="Rounded Rectangle 114">
                <a:extLst>
                  <a:ext uri="{FF2B5EF4-FFF2-40B4-BE49-F238E27FC236}">
                    <a16:creationId xmlns:a16="http://schemas.microsoft.com/office/drawing/2014/main" id="{B6AF9BC0-4944-D941-AF46-15EB3C6D7C6B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/>
                  <a:t>AnualPB</a:t>
                </a:r>
                <a:endParaRPr lang="en-US" sz="1400" dirty="0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9065606-7DE6-0749-980B-96031D41F23B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</a:t>
                </a:r>
                <a:r>
                  <a:rPr lang="en-US" sz="1261" dirty="0" err="1"/>
                  <a:t>anualPB</a:t>
                </a:r>
                <a:endParaRPr lang="en-US" sz="1261" dirty="0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C909217-B0B4-9D49-BBDE-471BD072CE2A}"/>
                </a:ext>
              </a:extLst>
            </p:cNvPr>
            <p:cNvGrpSpPr/>
            <p:nvPr/>
          </p:nvGrpSpPr>
          <p:grpSpPr>
            <a:xfrm>
              <a:off x="2476347" y="4407854"/>
              <a:ext cx="1713983" cy="785491"/>
              <a:chOff x="9235439" y="1258767"/>
              <a:chExt cx="2000250" cy="1007306"/>
            </a:xfrm>
          </p:grpSpPr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B59F72C7-E11E-8340-850A-79BC9F78C788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B2B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F218483-3A5D-A244-8E29-D9081FDC6A44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/B2B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C584931-99C2-264E-86B8-98823D60193C}"/>
                </a:ext>
              </a:extLst>
            </p:cNvPr>
            <p:cNvGrpSpPr/>
            <p:nvPr/>
          </p:nvGrpSpPr>
          <p:grpSpPr>
            <a:xfrm>
              <a:off x="2476347" y="7861725"/>
              <a:ext cx="1713983" cy="785491"/>
              <a:chOff x="9235439" y="1258767"/>
              <a:chExt cx="2000250" cy="1007306"/>
            </a:xfrm>
          </p:grpSpPr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5CEC0285-CE47-D040-B96B-2C6EE9B6EC14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Login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CCFE8395-4744-9841-85F7-583FB0B66EDC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/Login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91F7C73-277F-4142-A688-C2EA9BB712DE}"/>
                </a:ext>
              </a:extLst>
            </p:cNvPr>
            <p:cNvGrpSpPr/>
            <p:nvPr/>
          </p:nvGrpSpPr>
          <p:grpSpPr>
            <a:xfrm>
              <a:off x="2436123" y="8698615"/>
              <a:ext cx="1713983" cy="785491"/>
              <a:chOff x="9235439" y="1258767"/>
              <a:chExt cx="2000250" cy="1007306"/>
            </a:xfrm>
          </p:grpSpPr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D64ED79A-17D6-414E-B4F0-4788AA171FD5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UAM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DCBFA6F-205A-614D-BE37-8A62AD1D16D4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/UAM</a:t>
                </a:r>
              </a:p>
            </p:txBody>
          </p:sp>
        </p:grp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9B69F28-A1EE-2B41-A9E0-939D069FBDE0}"/>
              </a:ext>
            </a:extLst>
          </p:cNvPr>
          <p:cNvGrpSpPr/>
          <p:nvPr/>
        </p:nvGrpSpPr>
        <p:grpSpPr>
          <a:xfrm>
            <a:off x="6371063" y="1071581"/>
            <a:ext cx="1713983" cy="785491"/>
            <a:chOff x="9235439" y="1258767"/>
            <a:chExt cx="2000250" cy="1007306"/>
          </a:xfrm>
        </p:grpSpPr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3A5934F0-4E47-1B4D-869D-C34D3715EC32}"/>
                </a:ext>
              </a:extLst>
            </p:cNvPr>
            <p:cNvSpPr/>
            <p:nvPr/>
          </p:nvSpPr>
          <p:spPr>
            <a:xfrm>
              <a:off x="9555479" y="1258767"/>
              <a:ext cx="1360170" cy="64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AnnualPB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2DA44E6-2663-9844-A0D5-F50235AF687D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79BB118-F469-1144-A191-0064DA8029FA}"/>
              </a:ext>
            </a:extLst>
          </p:cNvPr>
          <p:cNvGrpSpPr/>
          <p:nvPr/>
        </p:nvGrpSpPr>
        <p:grpSpPr>
          <a:xfrm>
            <a:off x="6373781" y="2132220"/>
            <a:ext cx="1713983" cy="785491"/>
            <a:chOff x="9235439" y="1258767"/>
            <a:chExt cx="2000250" cy="1007306"/>
          </a:xfrm>
        </p:grpSpPr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22BFBD9F-E144-FE4C-9561-69EEE134D8F9}"/>
                </a:ext>
              </a:extLst>
            </p:cNvPr>
            <p:cNvSpPr/>
            <p:nvPr/>
          </p:nvSpPr>
          <p:spPr>
            <a:xfrm>
              <a:off x="9555479" y="1258767"/>
              <a:ext cx="1360170" cy="64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RejectDB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1BE4029-19B3-F248-9B43-5FF12813A962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A4C4C3B-87DA-6348-849F-A4FAEBE877C9}"/>
              </a:ext>
            </a:extLst>
          </p:cNvPr>
          <p:cNvGrpSpPr/>
          <p:nvPr/>
        </p:nvGrpSpPr>
        <p:grpSpPr>
          <a:xfrm>
            <a:off x="7215872" y="6079177"/>
            <a:ext cx="1713983" cy="785491"/>
            <a:chOff x="9235439" y="1258767"/>
            <a:chExt cx="2000250" cy="1007306"/>
          </a:xfrm>
        </p:grpSpPr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C78E8EA2-57EA-194E-B5B4-B8B879DE4C11}"/>
                </a:ext>
              </a:extLst>
            </p:cNvPr>
            <p:cNvSpPr/>
            <p:nvPr/>
          </p:nvSpPr>
          <p:spPr>
            <a:xfrm>
              <a:off x="9555479" y="1258767"/>
              <a:ext cx="1360169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Reporting Services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45DBB6F-C9C2-364F-A9F1-72C4AFC92BAE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</a:t>
              </a:r>
              <a:r>
                <a:rPr lang="en-US" sz="1261" dirty="0" err="1"/>
                <a:t>xxxx</a:t>
              </a:r>
              <a:endParaRPr lang="en-US" sz="1261"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53FDFFC-78DD-FA47-9A29-CAE5C05BF6CB}"/>
              </a:ext>
            </a:extLst>
          </p:cNvPr>
          <p:cNvGrpSpPr/>
          <p:nvPr/>
        </p:nvGrpSpPr>
        <p:grpSpPr>
          <a:xfrm>
            <a:off x="8773151" y="7041192"/>
            <a:ext cx="1713983" cy="785491"/>
            <a:chOff x="9235439" y="1258767"/>
            <a:chExt cx="2000250" cy="1007306"/>
          </a:xfrm>
        </p:grpSpPr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CB147161-3BAC-5043-B632-D071D68066D8}"/>
                </a:ext>
              </a:extLst>
            </p:cNvPr>
            <p:cNvSpPr/>
            <p:nvPr/>
          </p:nvSpPr>
          <p:spPr>
            <a:xfrm>
              <a:off x="9555479" y="1258767"/>
              <a:ext cx="1360169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Auth Services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929D863-6F0B-8A41-B193-821655ECC0AC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E29F08F-83FE-1141-B4C6-DBD517C6508A}"/>
              </a:ext>
            </a:extLst>
          </p:cNvPr>
          <p:cNvGrpSpPr/>
          <p:nvPr/>
        </p:nvGrpSpPr>
        <p:grpSpPr>
          <a:xfrm>
            <a:off x="4190330" y="6970627"/>
            <a:ext cx="1713983" cy="785491"/>
            <a:chOff x="9235439" y="1258767"/>
            <a:chExt cx="2000250" cy="1007306"/>
          </a:xfrm>
        </p:grpSpPr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65AC9BD0-99F1-A241-BF39-031AC06EF1D8}"/>
                </a:ext>
              </a:extLst>
            </p:cNvPr>
            <p:cNvSpPr/>
            <p:nvPr/>
          </p:nvSpPr>
          <p:spPr>
            <a:xfrm>
              <a:off x="9555479" y="1258767"/>
              <a:ext cx="1360169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Eureka Services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38BCEEE-009D-F048-B689-0B4B14DDDBE4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:xxx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44644E2-9559-504E-9C0F-FB2BEF44E3F8}"/>
              </a:ext>
            </a:extLst>
          </p:cNvPr>
          <p:cNvGrpSpPr/>
          <p:nvPr/>
        </p:nvGrpSpPr>
        <p:grpSpPr>
          <a:xfrm>
            <a:off x="4181534" y="6093307"/>
            <a:ext cx="1713983" cy="785491"/>
            <a:chOff x="9235439" y="1258767"/>
            <a:chExt cx="2000250" cy="1007306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0ABDB00E-7E27-6E44-834C-9E2AF2A218E1}"/>
                </a:ext>
              </a:extLst>
            </p:cNvPr>
            <p:cNvSpPr/>
            <p:nvPr/>
          </p:nvSpPr>
          <p:spPr>
            <a:xfrm>
              <a:off x="9555479" y="1258767"/>
              <a:ext cx="1562927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ZuulGateway</a:t>
              </a:r>
              <a:r>
                <a:rPr lang="en-US" sz="1400" dirty="0"/>
                <a:t> Services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5F16C45-94C4-B940-BBF2-DBF5B7A1010A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:xxx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57EEA96-C92A-164C-8FEB-BBB9E92EF547}"/>
              </a:ext>
            </a:extLst>
          </p:cNvPr>
          <p:cNvGrpSpPr/>
          <p:nvPr/>
        </p:nvGrpSpPr>
        <p:grpSpPr>
          <a:xfrm>
            <a:off x="7875862" y="1071581"/>
            <a:ext cx="1713983" cy="785491"/>
            <a:chOff x="9235439" y="1258767"/>
            <a:chExt cx="2000250" cy="1007306"/>
          </a:xfrm>
        </p:grpSpPr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73EE142E-79CD-9443-95EC-DE0D6DFCFAAF}"/>
                </a:ext>
              </a:extLst>
            </p:cNvPr>
            <p:cNvSpPr/>
            <p:nvPr/>
          </p:nvSpPr>
          <p:spPr>
            <a:xfrm>
              <a:off x="9555479" y="1258767"/>
              <a:ext cx="1360170" cy="64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B2B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CCF707B-1848-C141-A81E-CC1BE19DF4DF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xxx</a:t>
              </a:r>
            </a:p>
          </p:txBody>
        </p:sp>
      </p:grpSp>
      <p:sp>
        <p:nvSpPr>
          <p:cNvPr id="154" name="Flowchart: Magnetic Disk 44">
            <a:extLst>
              <a:ext uri="{FF2B5EF4-FFF2-40B4-BE49-F238E27FC236}">
                <a16:creationId xmlns:a16="http://schemas.microsoft.com/office/drawing/2014/main" id="{EF80506D-7CC4-9F47-8C5A-6C5F090A23AE}"/>
              </a:ext>
            </a:extLst>
          </p:cNvPr>
          <p:cNvSpPr/>
          <p:nvPr/>
        </p:nvSpPr>
        <p:spPr>
          <a:xfrm>
            <a:off x="11275055" y="2559792"/>
            <a:ext cx="1029987" cy="642247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Reject</a:t>
            </a:r>
            <a:br>
              <a:rPr lang="en-US" sz="1100" dirty="0"/>
            </a:br>
            <a:r>
              <a:rPr lang="en-US" sz="1100" dirty="0"/>
              <a:t>DB</a:t>
            </a:r>
          </a:p>
        </p:txBody>
      </p:sp>
      <p:sp>
        <p:nvSpPr>
          <p:cNvPr id="155" name="Flowchart: Magnetic Disk 44">
            <a:extLst>
              <a:ext uri="{FF2B5EF4-FFF2-40B4-BE49-F238E27FC236}">
                <a16:creationId xmlns:a16="http://schemas.microsoft.com/office/drawing/2014/main" id="{C013808A-116D-E442-B584-DDF13C2FA635}"/>
              </a:ext>
            </a:extLst>
          </p:cNvPr>
          <p:cNvSpPr/>
          <p:nvPr/>
        </p:nvSpPr>
        <p:spPr>
          <a:xfrm>
            <a:off x="11291367" y="3350881"/>
            <a:ext cx="1029987" cy="642247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AnualPB</a:t>
            </a:r>
            <a:br>
              <a:rPr lang="en-US" sz="1100" dirty="0"/>
            </a:br>
            <a:r>
              <a:rPr lang="en-US" sz="1100" dirty="0"/>
              <a:t>DB</a:t>
            </a:r>
          </a:p>
        </p:txBody>
      </p:sp>
      <p:sp>
        <p:nvSpPr>
          <p:cNvPr id="156" name="Flowchart: Magnetic Disk 44">
            <a:extLst>
              <a:ext uri="{FF2B5EF4-FFF2-40B4-BE49-F238E27FC236}">
                <a16:creationId xmlns:a16="http://schemas.microsoft.com/office/drawing/2014/main" id="{8B908891-F7FA-C643-8384-3CB017F88B2F}"/>
              </a:ext>
            </a:extLst>
          </p:cNvPr>
          <p:cNvSpPr/>
          <p:nvPr/>
        </p:nvSpPr>
        <p:spPr>
          <a:xfrm>
            <a:off x="11291367" y="4206701"/>
            <a:ext cx="1029987" cy="642247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B2B</a:t>
            </a:r>
            <a:br>
              <a:rPr lang="en-US" sz="1100" dirty="0"/>
            </a:br>
            <a:r>
              <a:rPr lang="en-US" sz="1100" dirty="0"/>
              <a:t>DB</a:t>
            </a:r>
          </a:p>
        </p:txBody>
      </p:sp>
      <p:sp>
        <p:nvSpPr>
          <p:cNvPr id="157" name="Flowchart: Magnetic Disk 44">
            <a:extLst>
              <a:ext uri="{FF2B5EF4-FFF2-40B4-BE49-F238E27FC236}">
                <a16:creationId xmlns:a16="http://schemas.microsoft.com/office/drawing/2014/main" id="{00F19677-5AC5-0B4A-AF64-29FD50505D0A}"/>
              </a:ext>
            </a:extLst>
          </p:cNvPr>
          <p:cNvSpPr/>
          <p:nvPr/>
        </p:nvSpPr>
        <p:spPr>
          <a:xfrm>
            <a:off x="11183096" y="6985517"/>
            <a:ext cx="1187903" cy="761420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</a:t>
            </a:r>
            <a:br>
              <a:rPr lang="en-US" sz="1200" dirty="0"/>
            </a:br>
            <a:r>
              <a:rPr lang="en-US" sz="1200" dirty="0"/>
              <a:t>DB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8E219CA-633D-4D44-9B1B-C034D0C6981B}"/>
              </a:ext>
            </a:extLst>
          </p:cNvPr>
          <p:cNvGrpSpPr/>
          <p:nvPr/>
        </p:nvGrpSpPr>
        <p:grpSpPr>
          <a:xfrm>
            <a:off x="5722008" y="6957090"/>
            <a:ext cx="1713983" cy="785491"/>
            <a:chOff x="9235439" y="1258767"/>
            <a:chExt cx="2000250" cy="1007306"/>
          </a:xfrm>
        </p:grpSpPr>
        <p:sp>
          <p:nvSpPr>
            <p:cNvPr id="159" name="Rounded Rectangle 158">
              <a:extLst>
                <a:ext uri="{FF2B5EF4-FFF2-40B4-BE49-F238E27FC236}">
                  <a16:creationId xmlns:a16="http://schemas.microsoft.com/office/drawing/2014/main" id="{F0F060C0-3542-774A-BB50-FF7C242D0854}"/>
                </a:ext>
              </a:extLst>
            </p:cNvPr>
            <p:cNvSpPr/>
            <p:nvPr/>
          </p:nvSpPr>
          <p:spPr>
            <a:xfrm>
              <a:off x="9555479" y="1258767"/>
              <a:ext cx="1360169" cy="6400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Security </a:t>
              </a:r>
              <a:r>
                <a:rPr lang="en-US" sz="1400" dirty="0" err="1"/>
                <a:t>Moduules</a:t>
              </a:r>
              <a:endParaRPr lang="en-US" sz="1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6CF9662-8E6D-3446-A97E-183025AFF983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:xxx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04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18AA88-92E2-E04F-A848-73E28D6FE8D3}"/>
              </a:ext>
            </a:extLst>
          </p:cNvPr>
          <p:cNvGrpSpPr/>
          <p:nvPr/>
        </p:nvGrpSpPr>
        <p:grpSpPr>
          <a:xfrm>
            <a:off x="5297515" y="1051620"/>
            <a:ext cx="1615178" cy="836444"/>
            <a:chOff x="9235439" y="1258767"/>
            <a:chExt cx="2000250" cy="973291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C60738D3-5396-0349-B064-8A98861C0483}"/>
                </a:ext>
              </a:extLst>
            </p:cNvPr>
            <p:cNvSpPr/>
            <p:nvPr/>
          </p:nvSpPr>
          <p:spPr>
            <a:xfrm>
              <a:off x="9555479" y="1258767"/>
              <a:ext cx="1360170" cy="64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Pipeline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ED0671F-ABE5-3245-999E-0B3AE9DB5171}"/>
                </a:ext>
              </a:extLst>
            </p:cNvPr>
            <p:cNvSpPr txBox="1"/>
            <p:nvPr/>
          </p:nvSpPr>
          <p:spPr>
            <a:xfrm>
              <a:off x="9235439" y="1898848"/>
              <a:ext cx="2000250" cy="333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8081 &amp; 8082</a:t>
              </a:r>
            </a:p>
          </p:txBody>
        </p: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2359291A-3B1B-0349-AF64-2BB872587B8B}"/>
              </a:ext>
            </a:extLst>
          </p:cNvPr>
          <p:cNvSpPr/>
          <p:nvPr/>
        </p:nvSpPr>
        <p:spPr>
          <a:xfrm>
            <a:off x="4333465" y="247336"/>
            <a:ext cx="8468135" cy="4991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SCP MODULES MICROSERVICES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07B30809-FFAB-894C-B415-6C0C28ED58E1}"/>
              </a:ext>
            </a:extLst>
          </p:cNvPr>
          <p:cNvSpPr/>
          <p:nvPr/>
        </p:nvSpPr>
        <p:spPr>
          <a:xfrm>
            <a:off x="10759365" y="765202"/>
            <a:ext cx="243257" cy="87597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LAYER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7360D7-C348-CE46-B00E-BC52B10EC910}"/>
              </a:ext>
            </a:extLst>
          </p:cNvPr>
          <p:cNvGrpSpPr/>
          <p:nvPr/>
        </p:nvGrpSpPr>
        <p:grpSpPr>
          <a:xfrm>
            <a:off x="2333214" y="228599"/>
            <a:ext cx="2000252" cy="9296399"/>
            <a:chOff x="2333214" y="228599"/>
            <a:chExt cx="2000252" cy="9296399"/>
          </a:xfrm>
        </p:grpSpPr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A96B70AD-39AB-F545-8CBE-25A8F351C99B}"/>
                </a:ext>
              </a:extLst>
            </p:cNvPr>
            <p:cNvSpPr/>
            <p:nvPr/>
          </p:nvSpPr>
          <p:spPr>
            <a:xfrm>
              <a:off x="2333214" y="247337"/>
              <a:ext cx="2000251" cy="499130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SCP Web</a:t>
              </a:r>
              <a:br>
                <a:rPr lang="en-US" sz="1400" dirty="0"/>
              </a:br>
              <a:r>
                <a:rPr lang="en-US" sz="1400" dirty="0"/>
                <a:t>Port : 443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5D8DC72-A7E9-EA44-86AF-DC17FB8D9BE6}"/>
                </a:ext>
              </a:extLst>
            </p:cNvPr>
            <p:cNvGrpSpPr/>
            <p:nvPr/>
          </p:nvGrpSpPr>
          <p:grpSpPr>
            <a:xfrm>
              <a:off x="2481257" y="1739475"/>
              <a:ext cx="1713983" cy="785491"/>
              <a:chOff x="9235439" y="1258767"/>
              <a:chExt cx="2000250" cy="1007306"/>
            </a:xfrm>
          </p:grpSpPr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E20E1CE0-39A5-AA4F-9502-709FBD7B52E8}"/>
                  </a:ext>
                </a:extLst>
              </p:cNvPr>
              <p:cNvSpPr/>
              <p:nvPr/>
            </p:nvSpPr>
            <p:spPr>
              <a:xfrm>
                <a:off x="9555479" y="1258767"/>
                <a:ext cx="1360170" cy="64008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Pipeline Module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1A7D619-F611-E948-93F2-B9B72CBC60A8}"/>
                  </a:ext>
                </a:extLst>
              </p:cNvPr>
              <p:cNvSpPr txBox="1"/>
              <p:nvPr/>
            </p:nvSpPr>
            <p:spPr>
              <a:xfrm>
                <a:off x="9235439" y="1898848"/>
                <a:ext cx="2000250" cy="36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61" dirty="0"/>
                  <a:t>/</a:t>
                </a:r>
                <a:r>
                  <a:rPr lang="en-US" sz="1261" dirty="0" err="1"/>
                  <a:t>pipelineModule</a:t>
                </a:r>
                <a:endParaRPr lang="en-US" sz="1261" dirty="0"/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1E6118-E05D-F148-9CC7-5CE7BA4BA455}"/>
                </a:ext>
              </a:extLst>
            </p:cNvPr>
            <p:cNvSpPr/>
            <p:nvPr/>
          </p:nvSpPr>
          <p:spPr>
            <a:xfrm>
              <a:off x="2333215" y="228599"/>
              <a:ext cx="2000251" cy="929639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9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79BB118-F469-1144-A191-0064DA8029FA}"/>
              </a:ext>
            </a:extLst>
          </p:cNvPr>
          <p:cNvGrpSpPr/>
          <p:nvPr/>
        </p:nvGrpSpPr>
        <p:grpSpPr>
          <a:xfrm>
            <a:off x="5393561" y="2569235"/>
            <a:ext cx="1820119" cy="772047"/>
            <a:chOff x="9555479" y="1258767"/>
            <a:chExt cx="2124112" cy="990065"/>
          </a:xfrm>
        </p:grpSpPr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22BFBD9F-E144-FE4C-9561-69EEE134D8F9}"/>
                </a:ext>
              </a:extLst>
            </p:cNvPr>
            <p:cNvSpPr/>
            <p:nvPr/>
          </p:nvSpPr>
          <p:spPr>
            <a:xfrm>
              <a:off x="9555479" y="1258767"/>
              <a:ext cx="2124112" cy="64007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Pipeline Reporting</a:t>
              </a:r>
              <a:br>
                <a:rPr lang="en-US" sz="1400" dirty="0"/>
              </a:br>
              <a:r>
                <a:rPr lang="en-US" sz="1400" dirty="0"/>
                <a:t>Services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1BE4029-19B3-F248-9B43-5FF12813A962}"/>
                </a:ext>
              </a:extLst>
            </p:cNvPr>
            <p:cNvSpPr txBox="1"/>
            <p:nvPr/>
          </p:nvSpPr>
          <p:spPr>
            <a:xfrm>
              <a:off x="9612105" y="1881607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9001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9FA2EF-1416-9742-BF73-AD622B42F176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 flipV="1">
            <a:off x="3921002" y="1326662"/>
            <a:ext cx="1634941" cy="6623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2">
            <a:extLst>
              <a:ext uri="{FF2B5EF4-FFF2-40B4-BE49-F238E27FC236}">
                <a16:creationId xmlns:a16="http://schemas.microsoft.com/office/drawing/2014/main" id="{7A2415F5-0569-C64D-80C3-75168448CEF3}"/>
              </a:ext>
            </a:extLst>
          </p:cNvPr>
          <p:cNvCxnSpPr>
            <a:cxnSpLocks/>
            <a:stCxn id="47" idx="3"/>
            <a:endCxn id="137" idx="1"/>
          </p:cNvCxnSpPr>
          <p:nvPr/>
        </p:nvCxnSpPr>
        <p:spPr>
          <a:xfrm>
            <a:off x="3921002" y="1989040"/>
            <a:ext cx="1472559" cy="829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F72EAFE-7727-394A-84CE-966217DD2FD7}"/>
              </a:ext>
            </a:extLst>
          </p:cNvPr>
          <p:cNvGrpSpPr/>
          <p:nvPr/>
        </p:nvGrpSpPr>
        <p:grpSpPr>
          <a:xfrm>
            <a:off x="8341001" y="1090863"/>
            <a:ext cx="1820119" cy="772047"/>
            <a:chOff x="9555479" y="1258767"/>
            <a:chExt cx="2124112" cy="990065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22F4BDC4-35A7-DD4D-8C3B-B2B08CE569EF}"/>
                </a:ext>
              </a:extLst>
            </p:cNvPr>
            <p:cNvSpPr/>
            <p:nvPr/>
          </p:nvSpPr>
          <p:spPr>
            <a:xfrm>
              <a:off x="9555479" y="1258767"/>
              <a:ext cx="2124112" cy="64007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Pipeline Engine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84B7B0C-8765-EB43-8C82-06C4FD756742}"/>
                </a:ext>
              </a:extLst>
            </p:cNvPr>
            <p:cNvSpPr txBox="1"/>
            <p:nvPr/>
          </p:nvSpPr>
          <p:spPr>
            <a:xfrm>
              <a:off x="9612105" y="1881607"/>
              <a:ext cx="2000250" cy="367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7001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4941643-22B9-B240-8570-E300F2FBADCB}"/>
              </a:ext>
            </a:extLst>
          </p:cNvPr>
          <p:cNvSpPr txBox="1"/>
          <p:nvPr/>
        </p:nvSpPr>
        <p:spPr>
          <a:xfrm>
            <a:off x="4274388" y="1476887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Call Via 8081</a:t>
            </a:r>
          </a:p>
        </p:txBody>
      </p:sp>
      <p:cxnSp>
        <p:nvCxnSpPr>
          <p:cNvPr id="87" name="Straight Arrow Connector 2">
            <a:extLst>
              <a:ext uri="{FF2B5EF4-FFF2-40B4-BE49-F238E27FC236}">
                <a16:creationId xmlns:a16="http://schemas.microsoft.com/office/drawing/2014/main" id="{DA165C11-4207-5040-A19A-694CDE2A4A5D}"/>
              </a:ext>
            </a:extLst>
          </p:cNvPr>
          <p:cNvCxnSpPr>
            <a:cxnSpLocks/>
            <a:stCxn id="81" idx="1"/>
            <a:endCxn id="54" idx="3"/>
          </p:cNvCxnSpPr>
          <p:nvPr/>
        </p:nvCxnSpPr>
        <p:spPr>
          <a:xfrm rot="10800000">
            <a:off x="6654265" y="1326662"/>
            <a:ext cx="1686737" cy="137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245BDC8-782A-2D48-B3F0-95B3DFCD0C21}"/>
              </a:ext>
            </a:extLst>
          </p:cNvPr>
          <p:cNvSpPr txBox="1"/>
          <p:nvPr/>
        </p:nvSpPr>
        <p:spPr>
          <a:xfrm>
            <a:off x="7030422" y="1071330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Call Via 8082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09B85E-3763-D544-A0D6-222FD3B2A075}"/>
              </a:ext>
            </a:extLst>
          </p:cNvPr>
          <p:cNvGrpSpPr/>
          <p:nvPr/>
        </p:nvGrpSpPr>
        <p:grpSpPr>
          <a:xfrm>
            <a:off x="10921747" y="1168445"/>
            <a:ext cx="1713984" cy="978812"/>
            <a:chOff x="10921747" y="822219"/>
            <a:chExt cx="1713984" cy="978812"/>
          </a:xfrm>
        </p:grpSpPr>
        <p:sp>
          <p:nvSpPr>
            <p:cNvPr id="56" name="Flowchart: Magnetic Disk 44">
              <a:extLst>
                <a:ext uri="{FF2B5EF4-FFF2-40B4-BE49-F238E27FC236}">
                  <a16:creationId xmlns:a16="http://schemas.microsoft.com/office/drawing/2014/main" id="{4ACC2ED4-D720-C145-9CFF-E8AE0A018FCE}"/>
                </a:ext>
              </a:extLst>
            </p:cNvPr>
            <p:cNvSpPr/>
            <p:nvPr/>
          </p:nvSpPr>
          <p:spPr>
            <a:xfrm>
              <a:off x="11268857" y="822219"/>
              <a:ext cx="1036196" cy="748492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Pipeline</a:t>
              </a:r>
              <a:br>
                <a:rPr lang="en-US" sz="1200" dirty="0"/>
              </a:br>
              <a:r>
                <a:rPr lang="en-US" sz="1200" dirty="0"/>
                <a:t>DB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35107E8-D9AE-004D-861A-88543EE9456C}"/>
                </a:ext>
              </a:extLst>
            </p:cNvPr>
            <p:cNvSpPr txBox="1"/>
            <p:nvPr/>
          </p:nvSpPr>
          <p:spPr>
            <a:xfrm>
              <a:off x="10921747" y="1514671"/>
              <a:ext cx="1713984" cy="286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1" dirty="0"/>
                <a:t>Port : 1521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22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184</Words>
  <Application>Microsoft Macintosh PowerPoint</Application>
  <PresentationFormat>A3 Paper (297x420 mm)</PresentationFormat>
  <Paragraphs>69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SCP Architecture v.1.0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Achmad Taufik Kurnia Akbar</dc:creator>
  <cp:lastModifiedBy>SHIELLA MULYADI</cp:lastModifiedBy>
  <cp:revision>19</cp:revision>
  <dcterms:created xsi:type="dcterms:W3CDTF">2019-04-09T04:58:40Z</dcterms:created>
  <dcterms:modified xsi:type="dcterms:W3CDTF">2020-04-08T09:47:03Z</dcterms:modified>
</cp:coreProperties>
</file>