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7" r:id="rId2"/>
    <p:sldId id="258" r:id="rId3"/>
    <p:sldId id="259" r:id="rId4"/>
    <p:sldId id="260" r:id="rId5"/>
    <p:sldId id="261" r:id="rId6"/>
    <p:sldId id="264" r:id="rId7"/>
    <p:sldId id="262" r:id="rId8"/>
    <p:sldId id="265" r:id="rId9"/>
    <p:sldId id="266" r:id="rId10"/>
    <p:sldId id="267"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50"/>
  </p:normalViewPr>
  <p:slideViewPr>
    <p:cSldViewPr>
      <p:cViewPr>
        <p:scale>
          <a:sx n="257" d="100"/>
          <a:sy n="257" d="100"/>
        </p:scale>
        <p:origin x="-3112" y="-493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A93167A-76E4-4CC0-AB05-994538AE3202}" type="datetimeFigureOut">
              <a:rPr lang="en-US" smtClean="0"/>
              <a:t>5/4/20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93854B1-6405-4D25-A301-3CAA76718245}" type="slidenum">
              <a:rPr lang="en-US" smtClean="0"/>
              <a:t>‹#›</a:t>
            </a:fld>
            <a:endParaRPr lang="en-US"/>
          </a:p>
        </p:txBody>
      </p:sp>
    </p:spTree>
    <p:extLst>
      <p:ext uri="{BB962C8B-B14F-4D97-AF65-F5344CB8AC3E}">
        <p14:creationId xmlns:p14="http://schemas.microsoft.com/office/powerpoint/2010/main" val="2775882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93854B1-6405-4D25-A301-3CAA76718245}" type="slidenum">
              <a:rPr lang="en-US" smtClean="0"/>
              <a:t>1</a:t>
            </a:fld>
            <a:endParaRPr lang="en-US"/>
          </a:p>
        </p:txBody>
      </p:sp>
    </p:spTree>
    <p:extLst>
      <p:ext uri="{BB962C8B-B14F-4D97-AF65-F5344CB8AC3E}">
        <p14:creationId xmlns:p14="http://schemas.microsoft.com/office/powerpoint/2010/main" val="197971380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8" descr="1-01.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219200" y="2250259"/>
            <a:ext cx="7239000" cy="735235"/>
          </a:xfrm>
        </p:spPr>
        <p:txBody>
          <a:bodyPr/>
          <a:lstStyle>
            <a:lvl1pPr>
              <a:defRPr sz="2800" b="1"/>
            </a:lvl1pPr>
          </a:lstStyle>
          <a:p>
            <a:r>
              <a:rPr lang="en-US" dirty="0"/>
              <a:t>Click to edit Master title style</a:t>
            </a:r>
          </a:p>
        </p:txBody>
      </p:sp>
      <p:sp>
        <p:nvSpPr>
          <p:cNvPr id="3" name="Subtitle 2"/>
          <p:cNvSpPr>
            <a:spLocks noGrp="1"/>
          </p:cNvSpPr>
          <p:nvPr>
            <p:ph type="subTitle" idx="1"/>
          </p:nvPr>
        </p:nvSpPr>
        <p:spPr>
          <a:xfrm>
            <a:off x="1219200" y="3009900"/>
            <a:ext cx="6400800" cy="1752600"/>
          </a:xfrm>
        </p:spPr>
        <p:txBody>
          <a:bodyPr>
            <a:normAutofit/>
          </a:bodyPr>
          <a:lstStyle>
            <a:lvl1pPr marL="0" indent="0" algn="l">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Date Placeholder 10"/>
          <p:cNvSpPr>
            <a:spLocks noGrp="1"/>
          </p:cNvSpPr>
          <p:nvPr>
            <p:ph type="dt" sz="half" idx="10"/>
          </p:nvPr>
        </p:nvSpPr>
        <p:spPr/>
        <p:txBody>
          <a:bodyPr/>
          <a:lstStyle>
            <a:lvl1pPr>
              <a:defRPr/>
            </a:lvl1pPr>
          </a:lstStyle>
          <a:p>
            <a:pPr>
              <a:defRPr/>
            </a:pPr>
            <a:fld id="{658B01DE-F2CF-44EA-87C9-1B8A6DD1BF20}" type="datetime1">
              <a:rPr lang="en-AU"/>
              <a:pPr>
                <a:defRPr/>
              </a:pPr>
              <a:t>4/5/20</a:t>
            </a:fld>
            <a:endParaRPr lang="en-US"/>
          </a:p>
        </p:txBody>
      </p:sp>
      <p:sp>
        <p:nvSpPr>
          <p:cNvPr id="6" name="Footer Placeholder 11"/>
          <p:cNvSpPr>
            <a:spLocks noGrp="1"/>
          </p:cNvSpPr>
          <p:nvPr>
            <p:ph type="ftr" sz="quarter" idx="11"/>
          </p:nvPr>
        </p:nvSpPr>
        <p:spPr/>
        <p:txBody>
          <a:bodyPr/>
          <a:lstStyle>
            <a:lvl1pPr>
              <a:defRPr/>
            </a:lvl1pPr>
          </a:lstStyle>
          <a:p>
            <a:pPr>
              <a:defRPr/>
            </a:pPr>
            <a:r>
              <a:rPr lang="en-US">
                <a:solidFill>
                  <a:prstClr val="black">
                    <a:tint val="75000"/>
                  </a:prstClr>
                </a:solidFill>
              </a:rPr>
              <a:t>filename</a:t>
            </a:r>
            <a:endParaRPr lang="en-US" dirty="0">
              <a:solidFill>
                <a:prstClr val="black">
                  <a:tint val="75000"/>
                </a:prstClr>
              </a:solidFill>
            </a:endParaRPr>
          </a:p>
        </p:txBody>
      </p:sp>
    </p:spTree>
    <p:extLst>
      <p:ext uri="{BB962C8B-B14F-4D97-AF65-F5344CB8AC3E}">
        <p14:creationId xmlns:p14="http://schemas.microsoft.com/office/powerpoint/2010/main" val="32469333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3" name="Picture 9" descr="3-01.jp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375478" y="2250259"/>
            <a:ext cx="8082722" cy="735235"/>
          </a:xfrm>
        </p:spPr>
        <p:txBody>
          <a:bodyPr/>
          <a:lstStyle>
            <a:lvl1pPr>
              <a:defRPr sz="2800" b="1"/>
            </a:lvl1pPr>
          </a:lstStyle>
          <a:p>
            <a:r>
              <a:rPr lang="en-US" dirty="0"/>
              <a:t>Click to edit Master title style</a:t>
            </a:r>
          </a:p>
        </p:txBody>
      </p:sp>
      <p:sp>
        <p:nvSpPr>
          <p:cNvPr id="4" name="Footer Placeholder 4"/>
          <p:cNvSpPr>
            <a:spLocks noGrp="1"/>
          </p:cNvSpPr>
          <p:nvPr>
            <p:ph type="ftr" sz="quarter" idx="10"/>
          </p:nvPr>
        </p:nvSpPr>
        <p:spPr/>
        <p:txBody>
          <a:bodyPr/>
          <a:lstStyle>
            <a:lvl1pPr>
              <a:defRPr/>
            </a:lvl1pPr>
          </a:lstStyle>
          <a:p>
            <a:pPr>
              <a:defRPr/>
            </a:pPr>
            <a:r>
              <a:rPr lang="en-US">
                <a:solidFill>
                  <a:prstClr val="black">
                    <a:tint val="75000"/>
                  </a:prstClr>
                </a:solidFill>
              </a:rPr>
              <a:t>filename</a:t>
            </a:r>
          </a:p>
        </p:txBody>
      </p:sp>
      <p:sp>
        <p:nvSpPr>
          <p:cNvPr id="5" name="Date Placeholder 3"/>
          <p:cNvSpPr>
            <a:spLocks noGrp="1"/>
          </p:cNvSpPr>
          <p:nvPr>
            <p:ph type="dt" sz="half" idx="11"/>
          </p:nvPr>
        </p:nvSpPr>
        <p:spPr/>
        <p:txBody>
          <a:bodyPr/>
          <a:lstStyle>
            <a:lvl1pPr>
              <a:defRPr/>
            </a:lvl1pPr>
          </a:lstStyle>
          <a:p>
            <a:pPr>
              <a:defRPr/>
            </a:pPr>
            <a:fld id="{1A324402-2776-47E6-AB71-310CE020EE30}" type="datetime1">
              <a:rPr lang="en-AU"/>
              <a:pPr>
                <a:defRPr/>
              </a:pPr>
              <a:t>4/5/20</a:t>
            </a:fld>
            <a:endParaRPr lang="en-US"/>
          </a:p>
        </p:txBody>
      </p:sp>
    </p:spTree>
    <p:extLst>
      <p:ext uri="{BB962C8B-B14F-4D97-AF65-F5344CB8AC3E}">
        <p14:creationId xmlns:p14="http://schemas.microsoft.com/office/powerpoint/2010/main" val="6405420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85CD60A5-9FF3-4E5E-954A-C349833C407C}" type="datetime1">
              <a:rPr lang="en-AU"/>
              <a:pPr>
                <a:defRPr/>
              </a:pPr>
              <a:t>4/5/20</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filename</a:t>
            </a:r>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783FB40D-69FB-4A16-B0A8-50E694A82C6D}" type="slidenum">
              <a:rPr lang="en-US"/>
              <a:pPr>
                <a:defRPr/>
              </a:pPr>
              <a:t>‹#›</a:t>
            </a:fld>
            <a:endParaRPr lang="en-US"/>
          </a:p>
        </p:txBody>
      </p:sp>
    </p:spTree>
    <p:extLst>
      <p:ext uri="{BB962C8B-B14F-4D97-AF65-F5344CB8AC3E}">
        <p14:creationId xmlns:p14="http://schemas.microsoft.com/office/powerpoint/2010/main" val="35943318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5" name="Straight Connector 4"/>
          <p:cNvCxnSpPr/>
          <p:nvPr userDrawn="1"/>
        </p:nvCxnSpPr>
        <p:spPr>
          <a:xfrm>
            <a:off x="4572000" y="1077913"/>
            <a:ext cx="0" cy="5048251"/>
          </a:xfrm>
          <a:prstGeom prst="line">
            <a:avLst/>
          </a:prstGeom>
          <a:ln w="19050" cmpd="sng">
            <a:solidFill>
              <a:srgbClr val="FFBC00"/>
            </a:solidFill>
          </a:ln>
          <a:effectLst/>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5426" y="1077913"/>
            <a:ext cx="4130674" cy="50482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786314" y="1077913"/>
            <a:ext cx="4123306" cy="50482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4"/>
          <p:cNvSpPr>
            <a:spLocks noGrp="1"/>
          </p:cNvSpPr>
          <p:nvPr>
            <p:ph type="dt" sz="half" idx="10"/>
          </p:nvPr>
        </p:nvSpPr>
        <p:spPr/>
        <p:txBody>
          <a:bodyPr/>
          <a:lstStyle>
            <a:lvl1pPr>
              <a:defRPr/>
            </a:lvl1pPr>
          </a:lstStyle>
          <a:p>
            <a:pPr>
              <a:defRPr/>
            </a:pPr>
            <a:fld id="{F96DB7A5-AB40-4823-8C28-45019962A460}" type="datetime1">
              <a:rPr lang="en-AU"/>
              <a:pPr>
                <a:defRPr/>
              </a:pPr>
              <a:t>4/5/20</a:t>
            </a:fld>
            <a:endParaRPr lang="en-US"/>
          </a:p>
        </p:txBody>
      </p:sp>
      <p:sp>
        <p:nvSpPr>
          <p:cNvPr id="7" name="Footer Placeholder 5"/>
          <p:cNvSpPr>
            <a:spLocks noGrp="1"/>
          </p:cNvSpPr>
          <p:nvPr>
            <p:ph type="ftr" sz="quarter" idx="11"/>
          </p:nvPr>
        </p:nvSpPr>
        <p:spPr/>
        <p:txBody>
          <a:bodyPr/>
          <a:lstStyle>
            <a:lvl1pPr>
              <a:defRPr/>
            </a:lvl1pPr>
          </a:lstStyle>
          <a:p>
            <a:pPr>
              <a:defRPr/>
            </a:pPr>
            <a:r>
              <a:rPr lang="en-US">
                <a:solidFill>
                  <a:prstClr val="black">
                    <a:tint val="75000"/>
                  </a:prstClr>
                </a:solidFill>
              </a:rPr>
              <a:t>filename</a:t>
            </a:r>
          </a:p>
        </p:txBody>
      </p:sp>
      <p:sp>
        <p:nvSpPr>
          <p:cNvPr id="8" name="Slide Number Placeholder 6"/>
          <p:cNvSpPr>
            <a:spLocks noGrp="1"/>
          </p:cNvSpPr>
          <p:nvPr>
            <p:ph type="sldNum" sz="quarter" idx="12"/>
          </p:nvPr>
        </p:nvSpPr>
        <p:spPr/>
        <p:txBody>
          <a:bodyPr/>
          <a:lstStyle>
            <a:lvl1pPr>
              <a:defRPr/>
            </a:lvl1pPr>
          </a:lstStyle>
          <a:p>
            <a:pPr>
              <a:defRPr/>
            </a:pPr>
            <a:fld id="{A90AA210-EF2B-4A8B-BFEA-FFC70E5F9EF7}" type="slidenum">
              <a:rPr lang="en-US"/>
              <a:pPr>
                <a:defRPr/>
              </a:pPr>
              <a:t>‹#›</a:t>
            </a:fld>
            <a:endParaRPr lang="en-US"/>
          </a:p>
        </p:txBody>
      </p:sp>
    </p:spTree>
    <p:extLst>
      <p:ext uri="{BB962C8B-B14F-4D97-AF65-F5344CB8AC3E}">
        <p14:creationId xmlns:p14="http://schemas.microsoft.com/office/powerpoint/2010/main" val="28114964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7" name="Straight Connector 6"/>
          <p:cNvCxnSpPr>
            <a:cxnSpLocks noChangeAspect="1"/>
          </p:cNvCxnSpPr>
          <p:nvPr userDrawn="1"/>
        </p:nvCxnSpPr>
        <p:spPr>
          <a:xfrm>
            <a:off x="250825" y="1901825"/>
            <a:ext cx="4095750" cy="0"/>
          </a:xfrm>
          <a:prstGeom prst="line">
            <a:avLst/>
          </a:prstGeom>
          <a:ln w="19050" cmpd="sng">
            <a:solidFill>
              <a:srgbClr val="FFBC00"/>
            </a:solidFill>
          </a:ln>
          <a:effectLst/>
        </p:spPr>
        <p:style>
          <a:lnRef idx="3">
            <a:schemeClr val="accent6"/>
          </a:lnRef>
          <a:fillRef idx="0">
            <a:schemeClr val="accent6"/>
          </a:fillRef>
          <a:effectRef idx="2">
            <a:schemeClr val="accent6"/>
          </a:effectRef>
          <a:fontRef idx="minor">
            <a:schemeClr val="tx1"/>
          </a:fontRef>
        </p:style>
      </p:cxnSp>
      <p:cxnSp>
        <p:nvCxnSpPr>
          <p:cNvPr id="8" name="Straight Connector 7"/>
          <p:cNvCxnSpPr>
            <a:cxnSpLocks noChangeAspect="1"/>
          </p:cNvCxnSpPr>
          <p:nvPr userDrawn="1"/>
        </p:nvCxnSpPr>
        <p:spPr>
          <a:xfrm>
            <a:off x="4787902" y="1901825"/>
            <a:ext cx="4162425" cy="0"/>
          </a:xfrm>
          <a:prstGeom prst="line">
            <a:avLst/>
          </a:prstGeom>
          <a:ln w="19050" cmpd="sng">
            <a:solidFill>
              <a:srgbClr val="FFBC00"/>
            </a:solidFill>
          </a:ln>
          <a:effectLst/>
        </p:spPr>
        <p:style>
          <a:lnRef idx="3">
            <a:schemeClr val="accent6"/>
          </a:lnRef>
          <a:fillRef idx="0">
            <a:schemeClr val="accent6"/>
          </a:fillRef>
          <a:effectRef idx="2">
            <a:schemeClr val="accent6"/>
          </a:effectRef>
          <a:fontRef idx="minor">
            <a:schemeClr val="tx1"/>
          </a:fontRef>
        </p:style>
      </p:cxnSp>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34952" y="1077913"/>
            <a:ext cx="4121149" cy="639763"/>
          </a:xfrm>
        </p:spPr>
        <p:txBody>
          <a:bodyPr>
            <a:normAutofit/>
          </a:bodyPr>
          <a:lstStyle>
            <a:lvl1pPr marL="0" indent="0">
              <a:buNone/>
              <a:defRPr sz="1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234952" y="2060725"/>
            <a:ext cx="4121149" cy="4063851"/>
          </a:xfrm>
        </p:spPr>
        <p:txBody>
          <a:bodyPr>
            <a:normAutofit/>
          </a:bodyPr>
          <a:lstStyle>
            <a:lvl1pPr>
              <a:defRPr sz="1800"/>
            </a:lvl1pPr>
            <a:lvl2pPr>
              <a:defRPr sz="1600"/>
            </a:lvl2pPr>
            <a:lvl3pPr>
              <a:defRPr sz="1400"/>
            </a:lvl3pPr>
            <a:lvl4pPr>
              <a:defRPr sz="12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86313" y="1077913"/>
            <a:ext cx="4152900" cy="639763"/>
          </a:xfrm>
        </p:spPr>
        <p:txBody>
          <a:bodyPr>
            <a:normAutofit/>
          </a:bodyPr>
          <a:lstStyle>
            <a:lvl1pPr marL="0" indent="0">
              <a:buNone/>
              <a:defRPr sz="1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786315" y="2060849"/>
            <a:ext cx="4152899" cy="4065315"/>
          </a:xfrm>
        </p:spPr>
        <p:txBody>
          <a:bodyPr>
            <a:normAutofit/>
          </a:bodyPr>
          <a:lstStyle>
            <a:lvl1pPr>
              <a:defRPr sz="1800"/>
            </a:lvl1pPr>
            <a:lvl2pPr>
              <a:defRPr sz="1600"/>
            </a:lvl2pPr>
            <a:lvl3pPr>
              <a:defRPr sz="1400"/>
            </a:lvl3pPr>
            <a:lvl4pPr>
              <a:defRPr sz="12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6"/>
          <p:cNvSpPr>
            <a:spLocks noGrp="1"/>
          </p:cNvSpPr>
          <p:nvPr>
            <p:ph type="dt" sz="half" idx="10"/>
          </p:nvPr>
        </p:nvSpPr>
        <p:spPr/>
        <p:txBody>
          <a:bodyPr/>
          <a:lstStyle>
            <a:lvl1pPr>
              <a:defRPr/>
            </a:lvl1pPr>
          </a:lstStyle>
          <a:p>
            <a:pPr>
              <a:defRPr/>
            </a:pPr>
            <a:fld id="{CAEC4A16-189C-433A-9F1D-9FBBE11FA6CD}" type="datetime1">
              <a:rPr lang="en-AU"/>
              <a:pPr>
                <a:defRPr/>
              </a:pPr>
              <a:t>4/5/20</a:t>
            </a:fld>
            <a:endParaRPr lang="en-US"/>
          </a:p>
        </p:txBody>
      </p:sp>
      <p:sp>
        <p:nvSpPr>
          <p:cNvPr id="10" name="Footer Placeholder 7"/>
          <p:cNvSpPr>
            <a:spLocks noGrp="1"/>
          </p:cNvSpPr>
          <p:nvPr>
            <p:ph type="ftr" sz="quarter" idx="11"/>
          </p:nvPr>
        </p:nvSpPr>
        <p:spPr/>
        <p:txBody>
          <a:bodyPr/>
          <a:lstStyle>
            <a:lvl1pPr>
              <a:defRPr/>
            </a:lvl1pPr>
          </a:lstStyle>
          <a:p>
            <a:pPr>
              <a:defRPr/>
            </a:pPr>
            <a:r>
              <a:rPr lang="en-US">
                <a:solidFill>
                  <a:prstClr val="black">
                    <a:tint val="75000"/>
                  </a:prstClr>
                </a:solidFill>
              </a:rPr>
              <a:t>filename</a:t>
            </a:r>
          </a:p>
        </p:txBody>
      </p:sp>
      <p:sp>
        <p:nvSpPr>
          <p:cNvPr id="11" name="Slide Number Placeholder 8"/>
          <p:cNvSpPr>
            <a:spLocks noGrp="1"/>
          </p:cNvSpPr>
          <p:nvPr>
            <p:ph type="sldNum" sz="quarter" idx="12"/>
          </p:nvPr>
        </p:nvSpPr>
        <p:spPr/>
        <p:txBody>
          <a:bodyPr/>
          <a:lstStyle>
            <a:lvl1pPr>
              <a:defRPr/>
            </a:lvl1pPr>
          </a:lstStyle>
          <a:p>
            <a:pPr>
              <a:defRPr/>
            </a:pPr>
            <a:fld id="{2CB13D0D-DE6D-42D9-A234-568DEB367CFE}" type="slidenum">
              <a:rPr lang="en-US"/>
              <a:pPr>
                <a:defRPr/>
              </a:pPr>
              <a:t>‹#›</a:t>
            </a:fld>
            <a:endParaRPr lang="en-US"/>
          </a:p>
        </p:txBody>
      </p:sp>
    </p:spTree>
    <p:extLst>
      <p:ext uri="{BB962C8B-B14F-4D97-AF65-F5344CB8AC3E}">
        <p14:creationId xmlns:p14="http://schemas.microsoft.com/office/powerpoint/2010/main" val="15400048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cxnSp>
        <p:nvCxnSpPr>
          <p:cNvPr id="6" name="Straight Connector 5"/>
          <p:cNvCxnSpPr>
            <a:cxnSpLocks noChangeAspect="1"/>
          </p:cNvCxnSpPr>
          <p:nvPr userDrawn="1"/>
        </p:nvCxnSpPr>
        <p:spPr>
          <a:xfrm>
            <a:off x="250827" y="1901825"/>
            <a:ext cx="3241675" cy="0"/>
          </a:xfrm>
          <a:prstGeom prst="line">
            <a:avLst/>
          </a:prstGeom>
          <a:ln w="19050" cmpd="sng">
            <a:solidFill>
              <a:srgbClr val="FFBC00"/>
            </a:solidFill>
          </a:ln>
          <a:effectLst/>
        </p:spPr>
        <p:style>
          <a:lnRef idx="3">
            <a:schemeClr val="accent6"/>
          </a:lnRef>
          <a:fillRef idx="0">
            <a:schemeClr val="accent6"/>
          </a:fillRef>
          <a:effectRef idx="2">
            <a:schemeClr val="accent6"/>
          </a:effectRef>
          <a:fontRef idx="minor">
            <a:schemeClr val="tx1"/>
          </a:fontRef>
        </p:style>
      </p:cxnSp>
      <p:sp>
        <p:nvSpPr>
          <p:cNvPr id="3" name="Content Placeholder 2"/>
          <p:cNvSpPr>
            <a:spLocks noGrp="1"/>
          </p:cNvSpPr>
          <p:nvPr>
            <p:ph idx="1"/>
          </p:nvPr>
        </p:nvSpPr>
        <p:spPr>
          <a:xfrm>
            <a:off x="3876262" y="1077913"/>
            <a:ext cx="5062953" cy="5048251"/>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234952" y="2049463"/>
            <a:ext cx="3230563" cy="40767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itle 10"/>
          <p:cNvSpPr>
            <a:spLocks noGrp="1"/>
          </p:cNvSpPr>
          <p:nvPr>
            <p:ph type="title"/>
          </p:nvPr>
        </p:nvSpPr>
        <p:spPr/>
        <p:txBody>
          <a:bodyPr/>
          <a:lstStyle/>
          <a:p>
            <a:r>
              <a:rPr lang="en-US"/>
              <a:t>Click to edit Master title style</a:t>
            </a:r>
          </a:p>
        </p:txBody>
      </p:sp>
      <p:sp>
        <p:nvSpPr>
          <p:cNvPr id="13" name="Text Placeholder 12"/>
          <p:cNvSpPr>
            <a:spLocks noGrp="1"/>
          </p:cNvSpPr>
          <p:nvPr>
            <p:ph type="body" sz="quarter" idx="13"/>
          </p:nvPr>
        </p:nvSpPr>
        <p:spPr>
          <a:xfrm>
            <a:off x="225425" y="1055689"/>
            <a:ext cx="3240088" cy="661987"/>
          </a:xfrm>
        </p:spPr>
        <p:txBody>
          <a:bodyPr>
            <a:noAutofit/>
          </a:bodyPr>
          <a:lstStyle>
            <a:lvl1pPr>
              <a:defRPr sz="2000"/>
            </a:lvl1pPr>
            <a:lvl2pPr>
              <a:defRPr sz="1800"/>
            </a:lvl2pPr>
            <a:lvl3pPr>
              <a:defRPr sz="1600"/>
            </a:lvl3pPr>
            <a:lvl4pPr>
              <a:defRPr sz="1400"/>
            </a:lvl4pPr>
            <a:lvl5pPr>
              <a:defRPr sz="1400"/>
            </a:lvl5pPr>
          </a:lstStyle>
          <a:p>
            <a:pPr lvl="0"/>
            <a:r>
              <a:rPr lang="en-US" dirty="0"/>
              <a:t>Click to edit Master text styles</a:t>
            </a:r>
          </a:p>
        </p:txBody>
      </p:sp>
      <p:sp>
        <p:nvSpPr>
          <p:cNvPr id="7" name="Date Placeholder 4"/>
          <p:cNvSpPr>
            <a:spLocks noGrp="1"/>
          </p:cNvSpPr>
          <p:nvPr>
            <p:ph type="dt" sz="half" idx="14"/>
          </p:nvPr>
        </p:nvSpPr>
        <p:spPr/>
        <p:txBody>
          <a:bodyPr/>
          <a:lstStyle>
            <a:lvl1pPr>
              <a:defRPr/>
            </a:lvl1pPr>
          </a:lstStyle>
          <a:p>
            <a:pPr>
              <a:defRPr/>
            </a:pPr>
            <a:fld id="{1A03EFFB-2B51-4771-BAD2-C37A58160240}" type="datetime1">
              <a:rPr lang="en-AU"/>
              <a:pPr>
                <a:defRPr/>
              </a:pPr>
              <a:t>4/5/20</a:t>
            </a:fld>
            <a:endParaRPr lang="en-US"/>
          </a:p>
        </p:txBody>
      </p:sp>
      <p:sp>
        <p:nvSpPr>
          <p:cNvPr id="8" name="Footer Placeholder 5"/>
          <p:cNvSpPr>
            <a:spLocks noGrp="1"/>
          </p:cNvSpPr>
          <p:nvPr>
            <p:ph type="ftr" sz="quarter" idx="15"/>
          </p:nvPr>
        </p:nvSpPr>
        <p:spPr/>
        <p:txBody>
          <a:bodyPr/>
          <a:lstStyle>
            <a:lvl1pPr>
              <a:defRPr/>
            </a:lvl1pPr>
          </a:lstStyle>
          <a:p>
            <a:pPr>
              <a:defRPr/>
            </a:pPr>
            <a:r>
              <a:rPr lang="en-US">
                <a:solidFill>
                  <a:prstClr val="black">
                    <a:tint val="75000"/>
                  </a:prstClr>
                </a:solidFill>
              </a:rPr>
              <a:t>filename</a:t>
            </a:r>
          </a:p>
        </p:txBody>
      </p:sp>
      <p:sp>
        <p:nvSpPr>
          <p:cNvPr id="9" name="Slide Number Placeholder 6"/>
          <p:cNvSpPr>
            <a:spLocks noGrp="1"/>
          </p:cNvSpPr>
          <p:nvPr>
            <p:ph type="sldNum" sz="quarter" idx="16"/>
          </p:nvPr>
        </p:nvSpPr>
        <p:spPr/>
        <p:txBody>
          <a:bodyPr/>
          <a:lstStyle>
            <a:lvl1pPr>
              <a:defRPr/>
            </a:lvl1pPr>
          </a:lstStyle>
          <a:p>
            <a:pPr>
              <a:defRPr/>
            </a:pPr>
            <a:fld id="{0D50A560-D326-4D0E-9D47-BB639FBB6744}" type="slidenum">
              <a:rPr lang="en-US"/>
              <a:pPr>
                <a:defRPr/>
              </a:pPr>
              <a:t>‹#›</a:t>
            </a:fld>
            <a:endParaRPr lang="en-US"/>
          </a:p>
        </p:txBody>
      </p:sp>
    </p:spTree>
    <p:extLst>
      <p:ext uri="{BB962C8B-B14F-4D97-AF65-F5344CB8AC3E}">
        <p14:creationId xmlns:p14="http://schemas.microsoft.com/office/powerpoint/2010/main" val="20231450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12" name="Picture Placeholder 11"/>
          <p:cNvSpPr>
            <a:spLocks noGrp="1"/>
          </p:cNvSpPr>
          <p:nvPr>
            <p:ph type="pic" sz="quarter" idx="13"/>
          </p:nvPr>
        </p:nvSpPr>
        <p:spPr>
          <a:xfrm>
            <a:off x="234952" y="1066802"/>
            <a:ext cx="8704263" cy="5057775"/>
          </a:xfrm>
        </p:spPr>
        <p:txBody>
          <a:bodyPr rtlCol="0">
            <a:normAutofit/>
          </a:bodyPr>
          <a:lstStyle/>
          <a:p>
            <a:pPr lvl="0"/>
            <a:endParaRPr lang="en-US" noProof="0"/>
          </a:p>
        </p:txBody>
      </p:sp>
      <p:sp>
        <p:nvSpPr>
          <p:cNvPr id="4" name="Date Placeholder 2"/>
          <p:cNvSpPr>
            <a:spLocks noGrp="1"/>
          </p:cNvSpPr>
          <p:nvPr>
            <p:ph type="dt" sz="half" idx="14"/>
          </p:nvPr>
        </p:nvSpPr>
        <p:spPr/>
        <p:txBody>
          <a:bodyPr/>
          <a:lstStyle>
            <a:lvl1pPr>
              <a:defRPr/>
            </a:lvl1pPr>
          </a:lstStyle>
          <a:p>
            <a:pPr>
              <a:defRPr/>
            </a:pPr>
            <a:fld id="{E71262BE-9F13-4491-B47D-F2DF1EF62BF5}" type="datetime1">
              <a:rPr lang="en-AU"/>
              <a:pPr>
                <a:defRPr/>
              </a:pPr>
              <a:t>4/5/20</a:t>
            </a:fld>
            <a:endParaRPr lang="en-US"/>
          </a:p>
        </p:txBody>
      </p:sp>
      <p:sp>
        <p:nvSpPr>
          <p:cNvPr id="5" name="Footer Placeholder 3"/>
          <p:cNvSpPr>
            <a:spLocks noGrp="1"/>
          </p:cNvSpPr>
          <p:nvPr>
            <p:ph type="ftr" sz="quarter" idx="15"/>
          </p:nvPr>
        </p:nvSpPr>
        <p:spPr/>
        <p:txBody>
          <a:bodyPr/>
          <a:lstStyle>
            <a:lvl1pPr>
              <a:defRPr/>
            </a:lvl1pPr>
          </a:lstStyle>
          <a:p>
            <a:pPr>
              <a:defRPr/>
            </a:pPr>
            <a:r>
              <a:rPr lang="en-US">
                <a:solidFill>
                  <a:prstClr val="black">
                    <a:tint val="75000"/>
                  </a:prstClr>
                </a:solidFill>
              </a:rPr>
              <a:t>filename</a:t>
            </a:r>
          </a:p>
        </p:txBody>
      </p:sp>
      <p:sp>
        <p:nvSpPr>
          <p:cNvPr id="7" name="Slide Number Placeholder 4"/>
          <p:cNvSpPr>
            <a:spLocks noGrp="1"/>
          </p:cNvSpPr>
          <p:nvPr>
            <p:ph type="sldNum" sz="quarter" idx="16"/>
          </p:nvPr>
        </p:nvSpPr>
        <p:spPr/>
        <p:txBody>
          <a:bodyPr/>
          <a:lstStyle>
            <a:lvl1pPr>
              <a:defRPr/>
            </a:lvl1pPr>
          </a:lstStyle>
          <a:p>
            <a:pPr>
              <a:defRPr/>
            </a:pPr>
            <a:fld id="{15D43C67-677D-4CF2-A588-9F53E7FBBCE0}" type="slidenum">
              <a:rPr lang="en-US"/>
              <a:pPr>
                <a:defRPr/>
              </a:pPr>
              <a:t>‹#›</a:t>
            </a:fld>
            <a:endParaRPr lang="en-US"/>
          </a:p>
        </p:txBody>
      </p:sp>
    </p:spTree>
    <p:extLst>
      <p:ext uri="{BB962C8B-B14F-4D97-AF65-F5344CB8AC3E}">
        <p14:creationId xmlns:p14="http://schemas.microsoft.com/office/powerpoint/2010/main" val="1259828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Click to edit Master title style</a:t>
            </a:r>
          </a:p>
        </p:txBody>
      </p:sp>
      <p:sp>
        <p:nvSpPr>
          <p:cNvPr id="3" name="Date Placeholder 1"/>
          <p:cNvSpPr>
            <a:spLocks noGrp="1"/>
          </p:cNvSpPr>
          <p:nvPr>
            <p:ph type="dt" sz="half" idx="10"/>
          </p:nvPr>
        </p:nvSpPr>
        <p:spPr/>
        <p:txBody>
          <a:bodyPr/>
          <a:lstStyle>
            <a:lvl1pPr>
              <a:defRPr/>
            </a:lvl1pPr>
          </a:lstStyle>
          <a:p>
            <a:pPr>
              <a:defRPr/>
            </a:pPr>
            <a:fld id="{5122BB07-CBEB-4EE2-92CE-4BB3E86FFFB2}" type="datetime1">
              <a:rPr lang="en-AU"/>
              <a:pPr>
                <a:defRPr/>
              </a:pPr>
              <a:t>4/5/20</a:t>
            </a:fld>
            <a:endParaRPr lang="en-US"/>
          </a:p>
        </p:txBody>
      </p:sp>
      <p:sp>
        <p:nvSpPr>
          <p:cNvPr id="4" name="Footer Placeholder 2"/>
          <p:cNvSpPr>
            <a:spLocks noGrp="1"/>
          </p:cNvSpPr>
          <p:nvPr>
            <p:ph type="ftr" sz="quarter" idx="11"/>
          </p:nvPr>
        </p:nvSpPr>
        <p:spPr/>
        <p:txBody>
          <a:bodyPr/>
          <a:lstStyle>
            <a:lvl1pPr>
              <a:defRPr/>
            </a:lvl1pPr>
          </a:lstStyle>
          <a:p>
            <a:pPr>
              <a:defRPr/>
            </a:pPr>
            <a:r>
              <a:rPr lang="en-US">
                <a:solidFill>
                  <a:prstClr val="black">
                    <a:tint val="75000"/>
                  </a:prstClr>
                </a:solidFill>
              </a:rPr>
              <a:t>filename</a:t>
            </a:r>
          </a:p>
        </p:txBody>
      </p:sp>
      <p:sp>
        <p:nvSpPr>
          <p:cNvPr id="6" name="Slide Number Placeholder 3"/>
          <p:cNvSpPr>
            <a:spLocks noGrp="1"/>
          </p:cNvSpPr>
          <p:nvPr>
            <p:ph type="sldNum" sz="quarter" idx="12"/>
          </p:nvPr>
        </p:nvSpPr>
        <p:spPr/>
        <p:txBody>
          <a:bodyPr/>
          <a:lstStyle>
            <a:lvl1pPr>
              <a:defRPr/>
            </a:lvl1pPr>
          </a:lstStyle>
          <a:p>
            <a:pPr>
              <a:defRPr/>
            </a:pPr>
            <a:fld id="{96119246-CA6E-40D5-BCD7-892AF71A6EBB}" type="slidenum">
              <a:rPr lang="en-US"/>
              <a:pPr>
                <a:defRPr/>
              </a:pPr>
              <a:t>‹#›</a:t>
            </a:fld>
            <a:endParaRPr lang="en-US"/>
          </a:p>
        </p:txBody>
      </p:sp>
    </p:spTree>
    <p:extLst>
      <p:ext uri="{BB962C8B-B14F-4D97-AF65-F5344CB8AC3E}">
        <p14:creationId xmlns:p14="http://schemas.microsoft.com/office/powerpoint/2010/main" val="3065366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0"/>
          <p:cNvPicPr>
            <a:picLocks noChangeAspect="1" noChangeArrowheads="1"/>
          </p:cNvPicPr>
          <p:nvPr/>
        </p:nvPicPr>
        <p:blipFill>
          <a:blip r:embed="rId10" cstate="email">
            <a:extLst>
              <a:ext uri="{28A0092B-C50C-407E-A947-70E740481C1C}">
                <a14:useLocalDpi xmlns:a14="http://schemas.microsoft.com/office/drawing/2010/main" val="0"/>
              </a:ext>
            </a:extLst>
          </a:blip>
          <a:srcRect/>
          <a:stretch>
            <a:fillRect/>
          </a:stretch>
        </p:blipFill>
        <p:spPr bwMode="auto">
          <a:xfrm>
            <a:off x="223840" y="1"/>
            <a:ext cx="8734425" cy="72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ext Placeholder 2"/>
          <p:cNvSpPr>
            <a:spLocks noGrp="1"/>
          </p:cNvSpPr>
          <p:nvPr>
            <p:ph type="body" idx="1"/>
          </p:nvPr>
        </p:nvSpPr>
        <p:spPr bwMode="auto">
          <a:xfrm>
            <a:off x="234952" y="1077913"/>
            <a:ext cx="8704263" cy="5048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234950" y="6411914"/>
            <a:ext cx="2133600" cy="365125"/>
          </a:xfrm>
          <a:prstGeom prst="rect">
            <a:avLst/>
          </a:prstGeom>
        </p:spPr>
        <p:txBody>
          <a:bodyPr vert="horz" wrap="square" lIns="91440" tIns="45720" rIns="91440" bIns="45720" numCol="1" anchor="ctr" anchorCtr="0" compatLnSpc="1">
            <a:prstTxWarp prst="textNoShape">
              <a:avLst/>
            </a:prstTxWarp>
          </a:bodyPr>
          <a:lstStyle>
            <a:lvl1pPr>
              <a:defRPr sz="1100">
                <a:solidFill>
                  <a:srgbClr val="000000"/>
                </a:solidFill>
                <a:latin typeface="Trebuchet MS" pitchFamily="-1" charset="0"/>
                <a:ea typeface="ＭＳ Ｐゴシック" pitchFamily="-1" charset="-128"/>
                <a:cs typeface="+mn-cs"/>
              </a:defRPr>
            </a:lvl1pPr>
          </a:lstStyle>
          <a:p>
            <a:pPr defTabSz="457200" fontAlgn="base">
              <a:spcBef>
                <a:spcPct val="0"/>
              </a:spcBef>
              <a:spcAft>
                <a:spcPct val="0"/>
              </a:spcAft>
              <a:defRPr/>
            </a:pPr>
            <a:fld id="{81542519-185B-4896-B628-6CBECA9ACA60}" type="datetime1">
              <a:rPr lang="en-AU"/>
              <a:pPr defTabSz="457200" fontAlgn="base">
                <a:spcBef>
                  <a:spcPct val="0"/>
                </a:spcBef>
                <a:spcAft>
                  <a:spcPct val="0"/>
                </a:spcAft>
                <a:defRPr/>
              </a:pPr>
              <a:t>4/5/20</a:t>
            </a:fld>
            <a:endParaRPr lang="en-US"/>
          </a:p>
        </p:txBody>
      </p:sp>
      <p:sp>
        <p:nvSpPr>
          <p:cNvPr id="5" name="Footer Placeholder 4"/>
          <p:cNvSpPr>
            <a:spLocks noGrp="1"/>
          </p:cNvSpPr>
          <p:nvPr>
            <p:ph type="ftr" sz="quarter" idx="3"/>
          </p:nvPr>
        </p:nvSpPr>
        <p:spPr>
          <a:xfrm>
            <a:off x="3124200" y="6411914"/>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defTabSz="457200">
              <a:defRPr/>
            </a:pPr>
            <a:r>
              <a:rPr lang="en-US">
                <a:solidFill>
                  <a:prstClr val="black">
                    <a:tint val="75000"/>
                  </a:prstClr>
                </a:solidFill>
              </a:rPr>
              <a:t>filename</a:t>
            </a:r>
            <a:endParaRPr lang="en-US" dirty="0">
              <a:solidFill>
                <a:prstClr val="black">
                  <a:tint val="75000"/>
                </a:prstClr>
              </a:solidFill>
            </a:endParaRPr>
          </a:p>
        </p:txBody>
      </p:sp>
      <p:sp>
        <p:nvSpPr>
          <p:cNvPr id="6" name="Slide Number Placeholder 5"/>
          <p:cNvSpPr>
            <a:spLocks noGrp="1"/>
          </p:cNvSpPr>
          <p:nvPr>
            <p:ph type="sldNum" sz="quarter" idx="4"/>
          </p:nvPr>
        </p:nvSpPr>
        <p:spPr>
          <a:xfrm>
            <a:off x="6775450" y="6411914"/>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100" b="1">
                <a:solidFill>
                  <a:srgbClr val="000000"/>
                </a:solidFill>
                <a:latin typeface="Trebuchet MS" pitchFamily="-1" charset="0"/>
                <a:ea typeface="ＭＳ Ｐゴシック" pitchFamily="-1" charset="-128"/>
                <a:cs typeface="+mn-cs"/>
              </a:defRPr>
            </a:lvl1pPr>
          </a:lstStyle>
          <a:p>
            <a:pPr defTabSz="457200" fontAlgn="base">
              <a:spcBef>
                <a:spcPct val="0"/>
              </a:spcBef>
              <a:spcAft>
                <a:spcPct val="0"/>
              </a:spcAft>
              <a:defRPr/>
            </a:pPr>
            <a:fld id="{1ECC246E-2BFD-4427-BCF9-4C7788D98BDF}" type="slidenum">
              <a:rPr lang="en-US"/>
              <a:pPr defTabSz="457200" fontAlgn="base">
                <a:spcBef>
                  <a:spcPct val="0"/>
                </a:spcBef>
                <a:spcAft>
                  <a:spcPct val="0"/>
                </a:spcAft>
                <a:defRPr/>
              </a:pPr>
              <a:t>‹#›</a:t>
            </a:fld>
            <a:endParaRPr lang="en-US"/>
          </a:p>
        </p:txBody>
      </p:sp>
      <p:sp>
        <p:nvSpPr>
          <p:cNvPr id="1031" name="Title Placeholder 1"/>
          <p:cNvSpPr>
            <a:spLocks noGrp="1"/>
          </p:cNvSpPr>
          <p:nvPr>
            <p:ph type="title"/>
          </p:nvPr>
        </p:nvSpPr>
        <p:spPr bwMode="auto">
          <a:xfrm>
            <a:off x="234950" y="1"/>
            <a:ext cx="683895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cxnSp>
        <p:nvCxnSpPr>
          <p:cNvPr id="9" name="Straight Connector 8"/>
          <p:cNvCxnSpPr/>
          <p:nvPr/>
        </p:nvCxnSpPr>
        <p:spPr>
          <a:xfrm>
            <a:off x="200025" y="6435726"/>
            <a:ext cx="8758238" cy="1588"/>
          </a:xfrm>
          <a:prstGeom prst="line">
            <a:avLst/>
          </a:prstGeom>
          <a:ln w="19050" cmpd="sng">
            <a:solidFill>
              <a:srgbClr val="FFBC00"/>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098992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Lst>
  <p:hf hdr="0" ftr="0"/>
  <p:txStyles>
    <p:titleStyle>
      <a:lvl1pPr algn="l" defTabSz="457200" rtl="0" eaLnBrk="0" fontAlgn="base" hangingPunct="0">
        <a:spcBef>
          <a:spcPct val="0"/>
        </a:spcBef>
        <a:spcAft>
          <a:spcPct val="0"/>
        </a:spcAft>
        <a:defRPr sz="2800" kern="1200">
          <a:solidFill>
            <a:schemeClr val="tx1"/>
          </a:solidFill>
          <a:latin typeface="+mj-lt"/>
          <a:ea typeface="MS PGothic" pitchFamily="34" charset="-128"/>
          <a:cs typeface="ＭＳ Ｐゴシック" pitchFamily="-1" charset="-128"/>
        </a:defRPr>
      </a:lvl1pPr>
      <a:lvl2pPr algn="l" defTabSz="457200" rtl="0" eaLnBrk="0" fontAlgn="base" hangingPunct="0">
        <a:spcBef>
          <a:spcPct val="0"/>
        </a:spcBef>
        <a:spcAft>
          <a:spcPct val="0"/>
        </a:spcAft>
        <a:defRPr sz="2800">
          <a:solidFill>
            <a:schemeClr val="tx1"/>
          </a:solidFill>
          <a:latin typeface="Trebuchet MS" pitchFamily="-1" charset="0"/>
          <a:ea typeface="MS PGothic" pitchFamily="34" charset="-128"/>
          <a:cs typeface="ＭＳ Ｐゴシック" pitchFamily="-1" charset="-128"/>
        </a:defRPr>
      </a:lvl2pPr>
      <a:lvl3pPr algn="l" defTabSz="457200" rtl="0" eaLnBrk="0" fontAlgn="base" hangingPunct="0">
        <a:spcBef>
          <a:spcPct val="0"/>
        </a:spcBef>
        <a:spcAft>
          <a:spcPct val="0"/>
        </a:spcAft>
        <a:defRPr sz="2800">
          <a:solidFill>
            <a:schemeClr val="tx1"/>
          </a:solidFill>
          <a:latin typeface="Trebuchet MS" pitchFamily="-1" charset="0"/>
          <a:ea typeface="MS PGothic" pitchFamily="34" charset="-128"/>
          <a:cs typeface="ＭＳ Ｐゴシック" pitchFamily="-1" charset="-128"/>
        </a:defRPr>
      </a:lvl3pPr>
      <a:lvl4pPr algn="l" defTabSz="457200" rtl="0" eaLnBrk="0" fontAlgn="base" hangingPunct="0">
        <a:spcBef>
          <a:spcPct val="0"/>
        </a:spcBef>
        <a:spcAft>
          <a:spcPct val="0"/>
        </a:spcAft>
        <a:defRPr sz="2800">
          <a:solidFill>
            <a:schemeClr val="tx1"/>
          </a:solidFill>
          <a:latin typeface="Trebuchet MS" pitchFamily="-1" charset="0"/>
          <a:ea typeface="MS PGothic" pitchFamily="34" charset="-128"/>
          <a:cs typeface="ＭＳ Ｐゴシック" pitchFamily="-1" charset="-128"/>
        </a:defRPr>
      </a:lvl4pPr>
      <a:lvl5pPr algn="l" defTabSz="457200" rtl="0" eaLnBrk="0" fontAlgn="base" hangingPunct="0">
        <a:spcBef>
          <a:spcPct val="0"/>
        </a:spcBef>
        <a:spcAft>
          <a:spcPct val="0"/>
        </a:spcAft>
        <a:defRPr sz="2800">
          <a:solidFill>
            <a:schemeClr val="tx1"/>
          </a:solidFill>
          <a:latin typeface="Trebuchet MS" pitchFamily="-1" charset="0"/>
          <a:ea typeface="MS PGothic" pitchFamily="34" charset="-128"/>
          <a:cs typeface="ＭＳ Ｐゴシック" pitchFamily="-1" charset="-128"/>
        </a:defRPr>
      </a:lvl5pPr>
      <a:lvl6pPr marL="457200" algn="l" defTabSz="457200" rtl="0" fontAlgn="base">
        <a:spcBef>
          <a:spcPct val="0"/>
        </a:spcBef>
        <a:spcAft>
          <a:spcPct val="0"/>
        </a:spcAft>
        <a:defRPr sz="2800">
          <a:solidFill>
            <a:schemeClr val="tx1"/>
          </a:solidFill>
          <a:latin typeface="Trebuchet MS" pitchFamily="-1" charset="0"/>
          <a:ea typeface="ＭＳ Ｐゴシック" pitchFamily="-1" charset="-128"/>
          <a:cs typeface="ＭＳ Ｐゴシック" pitchFamily="-1" charset="-128"/>
        </a:defRPr>
      </a:lvl6pPr>
      <a:lvl7pPr marL="914400" algn="l" defTabSz="457200" rtl="0" fontAlgn="base">
        <a:spcBef>
          <a:spcPct val="0"/>
        </a:spcBef>
        <a:spcAft>
          <a:spcPct val="0"/>
        </a:spcAft>
        <a:defRPr sz="2800">
          <a:solidFill>
            <a:schemeClr val="tx1"/>
          </a:solidFill>
          <a:latin typeface="Trebuchet MS" pitchFamily="-1" charset="0"/>
          <a:ea typeface="ＭＳ Ｐゴシック" pitchFamily="-1" charset="-128"/>
          <a:cs typeface="ＭＳ Ｐゴシック" pitchFamily="-1" charset="-128"/>
        </a:defRPr>
      </a:lvl7pPr>
      <a:lvl8pPr marL="1371600" algn="l" defTabSz="457200" rtl="0" fontAlgn="base">
        <a:spcBef>
          <a:spcPct val="0"/>
        </a:spcBef>
        <a:spcAft>
          <a:spcPct val="0"/>
        </a:spcAft>
        <a:defRPr sz="2800">
          <a:solidFill>
            <a:schemeClr val="tx1"/>
          </a:solidFill>
          <a:latin typeface="Trebuchet MS" pitchFamily="-1" charset="0"/>
          <a:ea typeface="ＭＳ Ｐゴシック" pitchFamily="-1" charset="-128"/>
          <a:cs typeface="ＭＳ Ｐゴシック" pitchFamily="-1" charset="-128"/>
        </a:defRPr>
      </a:lvl8pPr>
      <a:lvl9pPr marL="1828800" algn="l" defTabSz="457200" rtl="0" fontAlgn="base">
        <a:spcBef>
          <a:spcPct val="0"/>
        </a:spcBef>
        <a:spcAft>
          <a:spcPct val="0"/>
        </a:spcAft>
        <a:defRPr sz="2800">
          <a:solidFill>
            <a:schemeClr val="tx1"/>
          </a:solidFill>
          <a:latin typeface="Trebuchet MS" pitchFamily="-1" charset="0"/>
          <a:ea typeface="ＭＳ Ｐゴシック" pitchFamily="-1" charset="-128"/>
          <a:cs typeface="ＭＳ Ｐゴシック" pitchFamily="-1" charset="-128"/>
        </a:defRPr>
      </a:lvl9pPr>
    </p:titleStyle>
    <p:bodyStyle>
      <a:lvl1pPr marL="342900" indent="-342900" algn="l" defTabSz="457200" rtl="0" eaLnBrk="0" fontAlgn="base" hangingPunct="0">
        <a:spcBef>
          <a:spcPct val="20000"/>
        </a:spcBef>
        <a:spcAft>
          <a:spcPct val="0"/>
        </a:spcAft>
        <a:buFont typeface="Arial" pitchFamily="34" charset="0"/>
        <a:buChar char="•"/>
        <a:defRPr sz="2800" kern="1200">
          <a:solidFill>
            <a:schemeClr val="tx1"/>
          </a:solidFill>
          <a:latin typeface="+mn-lt"/>
          <a:ea typeface="MS PGothic" pitchFamily="34" charset="-128"/>
          <a:cs typeface="ＭＳ Ｐゴシック" pitchFamily="-1" charset="-128"/>
        </a:defRPr>
      </a:lvl1pPr>
      <a:lvl2pPr marL="742950" indent="-285750" algn="l" defTabSz="457200" rtl="0" eaLnBrk="0" fontAlgn="base" hangingPunct="0">
        <a:spcBef>
          <a:spcPct val="20000"/>
        </a:spcBef>
        <a:spcAft>
          <a:spcPct val="0"/>
        </a:spcAft>
        <a:buFont typeface="Arial" pitchFamily="34" charset="0"/>
        <a:buChar char="–"/>
        <a:defRPr sz="2400" kern="1200">
          <a:solidFill>
            <a:schemeClr val="tx1"/>
          </a:solidFill>
          <a:latin typeface="+mn-lt"/>
          <a:ea typeface="MS PGothic" pitchFamily="34" charset="-128"/>
          <a:cs typeface="+mn-cs"/>
        </a:defRPr>
      </a:lvl2pPr>
      <a:lvl3pPr marL="1143000" indent="-228600" algn="l" defTabSz="457200" rtl="0" eaLnBrk="0" fontAlgn="base" hangingPunct="0">
        <a:spcBef>
          <a:spcPct val="20000"/>
        </a:spcBef>
        <a:spcAft>
          <a:spcPct val="0"/>
        </a:spcAft>
        <a:buFont typeface="Arial" pitchFamily="34" charset="0"/>
        <a:buChar char="•"/>
        <a:defRPr sz="2000" kern="1200">
          <a:solidFill>
            <a:srgbClr val="E46C0A"/>
          </a:solidFill>
          <a:latin typeface="+mn-lt"/>
          <a:ea typeface="MS PGothic" pitchFamily="34" charset="-128"/>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mn-lt"/>
          <a:ea typeface="MS PGothic" pitchFamily="34" charset="-128"/>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mn-lt"/>
          <a:ea typeface="MS PGothic"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tmp"/><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6.tmp"/><Relationship Id="rId4" Type="http://schemas.openxmlformats.org/officeDocument/2006/relationships/image" Target="../media/image5.tmp"/></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2" Type="http://schemas.openxmlformats.org/officeDocument/2006/relationships/image" Target="../media/image12.tmp"/><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Requirement After PWG (Phase 1)</a:t>
            </a:r>
            <a:endParaRPr lang="en-US" dirty="0"/>
          </a:p>
        </p:txBody>
      </p:sp>
      <p:sp>
        <p:nvSpPr>
          <p:cNvPr id="3" name="Content Placeholder 2"/>
          <p:cNvSpPr>
            <a:spLocks noGrp="1"/>
          </p:cNvSpPr>
          <p:nvPr>
            <p:ph idx="1"/>
          </p:nvPr>
        </p:nvSpPr>
        <p:spPr>
          <a:xfrm>
            <a:off x="231015" y="836712"/>
            <a:ext cx="8704263" cy="5472608"/>
          </a:xfrm>
        </p:spPr>
        <p:txBody>
          <a:bodyPr/>
          <a:lstStyle/>
          <a:p>
            <a:pPr marL="514350" indent="-514350">
              <a:buFont typeface="+mj-lt"/>
              <a:buAutoNum type="arabicPeriod"/>
            </a:pPr>
            <a:r>
              <a:rPr lang="id-ID" sz="1600" dirty="0"/>
              <a:t>Tiap dokumen yg di upload PFA/RM, di layar approval nasabah harus klik link dokumen2 yg di upload, sebelum tick mark tercentang, jika tidak di buka maka tidak tercentang, Tick mark dalam keadaan disable</a:t>
            </a:r>
          </a:p>
          <a:p>
            <a:pPr marL="0" indent="0">
              <a:buNone/>
            </a:pPr>
            <a:endParaRPr lang="en-US" sz="1600" dirty="0"/>
          </a:p>
        </p:txBody>
      </p:sp>
      <p:sp>
        <p:nvSpPr>
          <p:cNvPr id="4" name="Date Placeholder 3"/>
          <p:cNvSpPr>
            <a:spLocks noGrp="1"/>
          </p:cNvSpPr>
          <p:nvPr>
            <p:ph type="dt" sz="half" idx="10"/>
          </p:nvPr>
        </p:nvSpPr>
        <p:spPr/>
        <p:txBody>
          <a:bodyPr/>
          <a:lstStyle/>
          <a:p>
            <a:pPr>
              <a:defRPr/>
            </a:pPr>
            <a:fld id="{85CD60A5-9FF3-4E5E-954A-C349833C407C}" type="datetime1">
              <a:rPr lang="en-AU" smtClean="0"/>
              <a:pPr>
                <a:defRPr/>
              </a:pPr>
              <a:t>4/5/20</a:t>
            </a:fld>
            <a:endParaRPr lang="en-US"/>
          </a:p>
        </p:txBody>
      </p:sp>
      <p:sp>
        <p:nvSpPr>
          <p:cNvPr id="5" name="Slide Number Placeholder 4"/>
          <p:cNvSpPr>
            <a:spLocks noGrp="1"/>
          </p:cNvSpPr>
          <p:nvPr>
            <p:ph type="sldNum" sz="quarter" idx="12"/>
          </p:nvPr>
        </p:nvSpPr>
        <p:spPr/>
        <p:txBody>
          <a:bodyPr/>
          <a:lstStyle/>
          <a:p>
            <a:pPr>
              <a:defRPr/>
            </a:pPr>
            <a:fld id="{783FB40D-69FB-4A16-B0A8-50E694A82C6D}" type="slidenum">
              <a:rPr lang="en-US" smtClean="0"/>
              <a:pPr>
                <a:defRPr/>
              </a:pPr>
              <a:t>1</a:t>
            </a:fld>
            <a:endParaRPr lang="en-US"/>
          </a:p>
        </p:txBody>
      </p:sp>
      <p:grpSp>
        <p:nvGrpSpPr>
          <p:cNvPr id="12" name="Group 11"/>
          <p:cNvGrpSpPr/>
          <p:nvPr/>
        </p:nvGrpSpPr>
        <p:grpSpPr>
          <a:xfrm>
            <a:off x="821534" y="1628800"/>
            <a:ext cx="7651873" cy="4129074"/>
            <a:chOff x="802320" y="1916832"/>
            <a:chExt cx="7651873" cy="4129074"/>
          </a:xfrm>
        </p:grpSpPr>
        <p:pic>
          <p:nvPicPr>
            <p:cNvPr id="6" name="Picture 5"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2320" y="1916832"/>
              <a:ext cx="2347163" cy="4099915"/>
            </a:xfrm>
            <a:prstGeom prst="rect">
              <a:avLst/>
            </a:prstGeom>
          </p:spPr>
        </p:pic>
        <p:pic>
          <p:nvPicPr>
            <p:cNvPr id="8" name="Picture 7"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13376" y="1938370"/>
              <a:ext cx="2339543" cy="4099915"/>
            </a:xfrm>
            <a:prstGeom prst="rect">
              <a:avLst/>
            </a:prstGeom>
          </p:spPr>
        </p:pic>
        <p:pic>
          <p:nvPicPr>
            <p:cNvPr id="9" name="Picture 8" descr="Screen Clippi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84168" y="1938370"/>
              <a:ext cx="2370025" cy="4107536"/>
            </a:xfrm>
            <a:prstGeom prst="rect">
              <a:avLst/>
            </a:prstGeom>
          </p:spPr>
        </p:pic>
        <p:sp>
          <p:nvSpPr>
            <p:cNvPr id="10" name="Right Arrow 9"/>
            <p:cNvSpPr/>
            <p:nvPr/>
          </p:nvSpPr>
          <p:spPr>
            <a:xfrm>
              <a:off x="2699792" y="3573016"/>
              <a:ext cx="1008112" cy="41912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ight Arrow 10"/>
            <p:cNvSpPr/>
            <p:nvPr/>
          </p:nvSpPr>
          <p:spPr>
            <a:xfrm>
              <a:off x="5364088" y="3573016"/>
              <a:ext cx="1008112" cy="41912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3" name="TextBox 12"/>
          <p:cNvSpPr txBox="1"/>
          <p:nvPr/>
        </p:nvSpPr>
        <p:spPr>
          <a:xfrm>
            <a:off x="832966" y="5802827"/>
            <a:ext cx="2335731" cy="523220"/>
          </a:xfrm>
          <a:prstGeom prst="rect">
            <a:avLst/>
          </a:prstGeom>
          <a:noFill/>
        </p:spPr>
        <p:txBody>
          <a:bodyPr wrap="square" rtlCol="0">
            <a:spAutoFit/>
          </a:bodyPr>
          <a:lstStyle/>
          <a:p>
            <a:pPr marL="285750" indent="-285750">
              <a:buFont typeface="Arial" pitchFamily="34" charset="0"/>
              <a:buChar char="•"/>
            </a:pPr>
            <a:r>
              <a:rPr lang="id-ID" sz="1400" dirty="0"/>
              <a:t>Tick mark disable</a:t>
            </a:r>
          </a:p>
          <a:p>
            <a:pPr marL="285750" indent="-285750">
              <a:buFont typeface="Arial" pitchFamily="34" charset="0"/>
              <a:buChar char="•"/>
            </a:pPr>
            <a:r>
              <a:rPr lang="id-ID" sz="1400" dirty="0"/>
              <a:t>Link dokumen di klik</a:t>
            </a:r>
            <a:endParaRPr lang="en-US" sz="1400" dirty="0"/>
          </a:p>
        </p:txBody>
      </p:sp>
      <p:sp>
        <p:nvSpPr>
          <p:cNvPr id="14" name="TextBox 13"/>
          <p:cNvSpPr txBox="1"/>
          <p:nvPr/>
        </p:nvSpPr>
        <p:spPr>
          <a:xfrm>
            <a:off x="3456163" y="5802827"/>
            <a:ext cx="2292395" cy="523220"/>
          </a:xfrm>
          <a:prstGeom prst="rect">
            <a:avLst/>
          </a:prstGeom>
          <a:noFill/>
        </p:spPr>
        <p:txBody>
          <a:bodyPr wrap="square" rtlCol="0">
            <a:spAutoFit/>
          </a:bodyPr>
          <a:lstStyle/>
          <a:p>
            <a:pPr marL="285750" indent="-285750">
              <a:buFont typeface="Arial" pitchFamily="34" charset="0"/>
              <a:buChar char="•"/>
            </a:pPr>
            <a:r>
              <a:rPr lang="id-ID" sz="1400" dirty="0"/>
              <a:t>Link terbuka di new tab/window</a:t>
            </a:r>
            <a:endParaRPr lang="en-US" sz="1400" dirty="0"/>
          </a:p>
        </p:txBody>
      </p:sp>
      <p:sp>
        <p:nvSpPr>
          <p:cNvPr id="15" name="TextBox 14"/>
          <p:cNvSpPr txBox="1"/>
          <p:nvPr/>
        </p:nvSpPr>
        <p:spPr>
          <a:xfrm>
            <a:off x="6142196" y="5802827"/>
            <a:ext cx="2292395" cy="523220"/>
          </a:xfrm>
          <a:prstGeom prst="rect">
            <a:avLst/>
          </a:prstGeom>
          <a:noFill/>
        </p:spPr>
        <p:txBody>
          <a:bodyPr wrap="square" rtlCol="0">
            <a:spAutoFit/>
          </a:bodyPr>
          <a:lstStyle/>
          <a:p>
            <a:pPr marL="285750" indent="-285750">
              <a:buFont typeface="Arial" pitchFamily="34" charset="0"/>
              <a:buChar char="•"/>
            </a:pPr>
            <a:r>
              <a:rPr lang="id-ID" sz="1400" dirty="0"/>
              <a:t>Kembali ke tab awal, tick mark tercentang </a:t>
            </a:r>
            <a:endParaRPr lang="en-US" sz="1400" dirty="0"/>
          </a:p>
        </p:txBody>
      </p:sp>
    </p:spTree>
    <p:extLst>
      <p:ext uri="{BB962C8B-B14F-4D97-AF65-F5344CB8AC3E}">
        <p14:creationId xmlns:p14="http://schemas.microsoft.com/office/powerpoint/2010/main" val="35181851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Requirement After PWG (Phase 1)</a:t>
            </a:r>
            <a:endParaRPr lang="en-US" dirty="0"/>
          </a:p>
        </p:txBody>
      </p:sp>
      <p:sp>
        <p:nvSpPr>
          <p:cNvPr id="3" name="Content Placeholder 2"/>
          <p:cNvSpPr>
            <a:spLocks noGrp="1"/>
          </p:cNvSpPr>
          <p:nvPr>
            <p:ph idx="1"/>
          </p:nvPr>
        </p:nvSpPr>
        <p:spPr/>
        <p:txBody>
          <a:bodyPr/>
          <a:lstStyle/>
          <a:p>
            <a:pPr marL="514350" indent="-514350">
              <a:buFont typeface="+mj-lt"/>
              <a:buAutoNum type="arabicPeriod" startAt="2"/>
            </a:pPr>
            <a:r>
              <a:rPr lang="id-ID" sz="1600" dirty="0"/>
              <a:t>Approval Supervisor RM, menggunakan layar CBO, dimana pengajuan yang muncul di BO SPV_RM itu yg baru di upload RM, dan perubahan di COB dimana yg muncul di BO CBO itu yang udh di approve SPV_RM + approve By Customer</a:t>
            </a:r>
          </a:p>
          <a:p>
            <a:pPr marL="514350" indent="-514350">
              <a:buFont typeface="+mj-lt"/>
              <a:buAutoNum type="arabicPeriod" startAt="2"/>
            </a:pPr>
            <a:endParaRPr lang="en-US" sz="1600" dirty="0"/>
          </a:p>
        </p:txBody>
      </p:sp>
      <p:sp>
        <p:nvSpPr>
          <p:cNvPr id="4" name="Date Placeholder 3"/>
          <p:cNvSpPr>
            <a:spLocks noGrp="1"/>
          </p:cNvSpPr>
          <p:nvPr>
            <p:ph type="dt" sz="half" idx="10"/>
          </p:nvPr>
        </p:nvSpPr>
        <p:spPr/>
        <p:txBody>
          <a:bodyPr/>
          <a:lstStyle/>
          <a:p>
            <a:pPr>
              <a:defRPr/>
            </a:pPr>
            <a:fld id="{85CD60A5-9FF3-4E5E-954A-C349833C407C}" type="datetime1">
              <a:rPr lang="en-AU" smtClean="0"/>
              <a:pPr>
                <a:defRPr/>
              </a:pPr>
              <a:t>4/5/20</a:t>
            </a:fld>
            <a:endParaRPr lang="en-US"/>
          </a:p>
        </p:txBody>
      </p:sp>
      <p:sp>
        <p:nvSpPr>
          <p:cNvPr id="5" name="Slide Number Placeholder 4"/>
          <p:cNvSpPr>
            <a:spLocks noGrp="1"/>
          </p:cNvSpPr>
          <p:nvPr>
            <p:ph type="sldNum" sz="quarter" idx="12"/>
          </p:nvPr>
        </p:nvSpPr>
        <p:spPr/>
        <p:txBody>
          <a:bodyPr/>
          <a:lstStyle/>
          <a:p>
            <a:pPr>
              <a:defRPr/>
            </a:pPr>
            <a:fld id="{783FB40D-69FB-4A16-B0A8-50E694A82C6D}" type="slidenum">
              <a:rPr lang="en-US" smtClean="0"/>
              <a:pPr>
                <a:defRPr/>
              </a:pPr>
              <a:t>2</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2038688"/>
            <a:ext cx="2429813" cy="1822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5893" y="2032625"/>
            <a:ext cx="2429813" cy="1822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6849" y="2032625"/>
            <a:ext cx="2388820" cy="17916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09607" y="4117348"/>
            <a:ext cx="2429813" cy="1822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70482" y="4117348"/>
            <a:ext cx="2376264" cy="1782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Right Arrow 10"/>
          <p:cNvSpPr/>
          <p:nvPr/>
        </p:nvSpPr>
        <p:spPr>
          <a:xfrm>
            <a:off x="2681333" y="2734244"/>
            <a:ext cx="1008112" cy="41912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ight Arrow 11"/>
          <p:cNvSpPr/>
          <p:nvPr/>
        </p:nvSpPr>
        <p:spPr>
          <a:xfrm>
            <a:off x="5320457" y="2734244"/>
            <a:ext cx="1008112" cy="41912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ight Arrow 12"/>
          <p:cNvSpPr/>
          <p:nvPr/>
        </p:nvSpPr>
        <p:spPr>
          <a:xfrm rot="10800000">
            <a:off x="3842690" y="4798886"/>
            <a:ext cx="1008112" cy="41912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ight Arrow 13"/>
          <p:cNvSpPr/>
          <p:nvPr/>
        </p:nvSpPr>
        <p:spPr>
          <a:xfrm rot="7726704">
            <a:off x="6303577" y="3907786"/>
            <a:ext cx="1008112" cy="41912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802500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Requirement After PWG (Phase 1)</a:t>
            </a:r>
            <a:endParaRPr lang="en-US" dirty="0"/>
          </a:p>
        </p:txBody>
      </p:sp>
      <p:sp>
        <p:nvSpPr>
          <p:cNvPr id="3" name="Content Placeholder 2"/>
          <p:cNvSpPr>
            <a:spLocks noGrp="1"/>
          </p:cNvSpPr>
          <p:nvPr>
            <p:ph idx="1"/>
          </p:nvPr>
        </p:nvSpPr>
        <p:spPr/>
        <p:txBody>
          <a:bodyPr/>
          <a:lstStyle/>
          <a:p>
            <a:pPr marL="514350" indent="-514350">
              <a:buFont typeface="+mj-lt"/>
              <a:buAutoNum type="arabicPeriod" startAt="3"/>
            </a:pPr>
            <a:r>
              <a:rPr lang="id-ID" sz="1600" dirty="0"/>
              <a:t>Perubahan wording email notifikasi transaksi untuk dokumen yang sudah di approve oleh nasabah</a:t>
            </a:r>
          </a:p>
          <a:p>
            <a:pPr marL="514350" indent="-514350">
              <a:buFont typeface="+mj-lt"/>
              <a:buAutoNum type="arabicPeriod" startAt="3"/>
            </a:pPr>
            <a:endParaRPr lang="en-US" sz="1600" dirty="0"/>
          </a:p>
        </p:txBody>
      </p:sp>
      <p:sp>
        <p:nvSpPr>
          <p:cNvPr id="4" name="Date Placeholder 3"/>
          <p:cNvSpPr>
            <a:spLocks noGrp="1"/>
          </p:cNvSpPr>
          <p:nvPr>
            <p:ph type="dt" sz="half" idx="10"/>
          </p:nvPr>
        </p:nvSpPr>
        <p:spPr/>
        <p:txBody>
          <a:bodyPr/>
          <a:lstStyle/>
          <a:p>
            <a:pPr>
              <a:defRPr/>
            </a:pPr>
            <a:fld id="{85CD60A5-9FF3-4E5E-954A-C349833C407C}" type="datetime1">
              <a:rPr lang="en-AU" smtClean="0"/>
              <a:pPr>
                <a:defRPr/>
              </a:pPr>
              <a:t>4/5/20</a:t>
            </a:fld>
            <a:endParaRPr lang="en-US"/>
          </a:p>
        </p:txBody>
      </p:sp>
      <p:sp>
        <p:nvSpPr>
          <p:cNvPr id="5" name="Slide Number Placeholder 4"/>
          <p:cNvSpPr>
            <a:spLocks noGrp="1"/>
          </p:cNvSpPr>
          <p:nvPr>
            <p:ph type="sldNum" sz="quarter" idx="12"/>
          </p:nvPr>
        </p:nvSpPr>
        <p:spPr/>
        <p:txBody>
          <a:bodyPr/>
          <a:lstStyle/>
          <a:p>
            <a:pPr>
              <a:defRPr/>
            </a:pPr>
            <a:fld id="{783FB40D-69FB-4A16-B0A8-50E694A82C6D}" type="slidenum">
              <a:rPr lang="en-US" smtClean="0"/>
              <a:pPr>
                <a:defRPr/>
              </a:pPr>
              <a:t>3</a:t>
            </a:fld>
            <a:endParaRPr lang="en-US"/>
          </a:p>
        </p:txBody>
      </p:sp>
      <p:grpSp>
        <p:nvGrpSpPr>
          <p:cNvPr id="8" name="Group 7"/>
          <p:cNvGrpSpPr/>
          <p:nvPr/>
        </p:nvGrpSpPr>
        <p:grpSpPr>
          <a:xfrm>
            <a:off x="827584" y="1700808"/>
            <a:ext cx="2278577" cy="3985605"/>
            <a:chOff x="827584" y="1700808"/>
            <a:chExt cx="2278577" cy="3985605"/>
          </a:xfrm>
        </p:grpSpPr>
        <p:pic>
          <p:nvPicPr>
            <p:cNvPr id="6" name="Picture 5"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584" y="1700808"/>
              <a:ext cx="2278577" cy="3985605"/>
            </a:xfrm>
            <a:prstGeom prst="rect">
              <a:avLst/>
            </a:prstGeom>
          </p:spPr>
        </p:pic>
        <p:sp>
          <p:nvSpPr>
            <p:cNvPr id="7" name="Rectangle 6"/>
            <p:cNvSpPr/>
            <p:nvPr/>
          </p:nvSpPr>
          <p:spPr>
            <a:xfrm>
              <a:off x="899592" y="3068960"/>
              <a:ext cx="1872208" cy="288032"/>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9" name="TextBox 8"/>
          <p:cNvSpPr txBox="1"/>
          <p:nvPr/>
        </p:nvSpPr>
        <p:spPr>
          <a:xfrm>
            <a:off x="3203848" y="1738668"/>
            <a:ext cx="5688632" cy="2031325"/>
          </a:xfrm>
          <a:prstGeom prst="rect">
            <a:avLst/>
          </a:prstGeom>
          <a:noFill/>
        </p:spPr>
        <p:txBody>
          <a:bodyPr wrap="square" rtlCol="0">
            <a:spAutoFit/>
          </a:bodyPr>
          <a:lstStyle/>
          <a:p>
            <a:r>
              <a:rPr lang="id-ID" sz="1400" dirty="0"/>
              <a:t>Highlight biru di ganti dengan wording berikut:</a:t>
            </a:r>
          </a:p>
          <a:p>
            <a:endParaRPr lang="id-ID" sz="1400" dirty="0"/>
          </a:p>
          <a:p>
            <a:r>
              <a:rPr lang="id-ID" sz="1400" dirty="0"/>
              <a:t>BI:</a:t>
            </a:r>
          </a:p>
          <a:p>
            <a:r>
              <a:rPr lang="en-US" sz="1400" dirty="0" err="1"/>
              <a:t>Terima</a:t>
            </a:r>
            <a:r>
              <a:rPr lang="en-US" sz="1400" dirty="0"/>
              <a:t> </a:t>
            </a:r>
            <a:r>
              <a:rPr lang="en-US" sz="1400" dirty="0" err="1"/>
              <a:t>kasih</a:t>
            </a:r>
            <a:r>
              <a:rPr lang="en-US" sz="1400" dirty="0"/>
              <a:t> </a:t>
            </a:r>
            <a:r>
              <a:rPr lang="en-US" sz="1400" dirty="0" err="1"/>
              <a:t>Anda</a:t>
            </a:r>
            <a:r>
              <a:rPr lang="en-US" sz="1400" dirty="0"/>
              <a:t> </a:t>
            </a:r>
            <a:r>
              <a:rPr lang="en-US" sz="1400" dirty="0" err="1"/>
              <a:t>telah</a:t>
            </a:r>
            <a:r>
              <a:rPr lang="en-US" sz="1400" dirty="0"/>
              <a:t> </a:t>
            </a:r>
            <a:r>
              <a:rPr lang="en-US" sz="1400" dirty="0" err="1"/>
              <a:t>melakukan</a:t>
            </a:r>
            <a:r>
              <a:rPr lang="en-US" sz="1400" dirty="0"/>
              <a:t> </a:t>
            </a:r>
            <a:r>
              <a:rPr lang="en-US" sz="1400" dirty="0" err="1"/>
              <a:t>Persetujuan</a:t>
            </a:r>
            <a:r>
              <a:rPr lang="en-US" sz="1400" dirty="0"/>
              <a:t> </a:t>
            </a:r>
            <a:r>
              <a:rPr lang="en-US" sz="1400" dirty="0" err="1"/>
              <a:t>Dokumen</a:t>
            </a:r>
            <a:r>
              <a:rPr lang="en-US" sz="1400" dirty="0"/>
              <a:t> </a:t>
            </a:r>
            <a:r>
              <a:rPr lang="en-US" sz="1400" dirty="0" err="1"/>
              <a:t>melalui</a:t>
            </a:r>
            <a:r>
              <a:rPr lang="en-US" sz="1400" dirty="0"/>
              <a:t> Maybank2u. </a:t>
            </a:r>
            <a:r>
              <a:rPr lang="en-US" sz="1400" dirty="0" err="1"/>
              <a:t>Berikut</a:t>
            </a:r>
            <a:r>
              <a:rPr lang="en-US" sz="1400" dirty="0"/>
              <a:t> </a:t>
            </a:r>
            <a:r>
              <a:rPr lang="id-ID" sz="1400" dirty="0" err="1"/>
              <a:t>i</a:t>
            </a:r>
            <a:r>
              <a:rPr lang="en-US" sz="1400" dirty="0" err="1"/>
              <a:t>ni</a:t>
            </a:r>
            <a:r>
              <a:rPr lang="en-US" sz="1400" dirty="0"/>
              <a:t> </a:t>
            </a:r>
            <a:r>
              <a:rPr lang="en-US" sz="1400" dirty="0" err="1"/>
              <a:t>adalah</a:t>
            </a:r>
            <a:r>
              <a:rPr lang="en-US" sz="1400" dirty="0"/>
              <a:t> </a:t>
            </a:r>
            <a:r>
              <a:rPr lang="en-US" sz="1400" dirty="0" err="1"/>
              <a:t>transaksi</a:t>
            </a:r>
            <a:r>
              <a:rPr lang="en-US" sz="1400" dirty="0"/>
              <a:t> </a:t>
            </a:r>
            <a:r>
              <a:rPr lang="en-US" sz="1400" dirty="0" err="1"/>
              <a:t>yg</a:t>
            </a:r>
            <a:r>
              <a:rPr lang="en-US" sz="1400" dirty="0"/>
              <a:t> </a:t>
            </a:r>
            <a:r>
              <a:rPr lang="en-US" sz="1400" dirty="0" err="1"/>
              <a:t>akan</a:t>
            </a:r>
            <a:r>
              <a:rPr lang="en-US" sz="1400" dirty="0"/>
              <a:t> </a:t>
            </a:r>
            <a:r>
              <a:rPr lang="en-US" sz="1400" dirty="0" err="1"/>
              <a:t>dijalankan</a:t>
            </a:r>
            <a:endParaRPr lang="id-ID" sz="1400" dirty="0"/>
          </a:p>
          <a:p>
            <a:endParaRPr lang="id-ID" sz="1400" dirty="0"/>
          </a:p>
          <a:p>
            <a:r>
              <a:rPr lang="id-ID" sz="1400" dirty="0"/>
              <a:t>EN:</a:t>
            </a:r>
          </a:p>
          <a:p>
            <a:r>
              <a:rPr lang="en-US" sz="1400" dirty="0"/>
              <a:t>Thank you for your document approval using Maybank2u. The following is the transaction that will be processed</a:t>
            </a:r>
          </a:p>
        </p:txBody>
      </p:sp>
      <p:sp>
        <p:nvSpPr>
          <p:cNvPr id="10" name="TextBox 9"/>
          <p:cNvSpPr txBox="1"/>
          <p:nvPr/>
        </p:nvSpPr>
        <p:spPr>
          <a:xfrm>
            <a:off x="3203848" y="3954610"/>
            <a:ext cx="5688632" cy="1815882"/>
          </a:xfrm>
          <a:prstGeom prst="rect">
            <a:avLst/>
          </a:prstGeom>
          <a:noFill/>
        </p:spPr>
        <p:txBody>
          <a:bodyPr wrap="square" rtlCol="0">
            <a:spAutoFit/>
          </a:bodyPr>
          <a:lstStyle/>
          <a:p>
            <a:r>
              <a:rPr lang="id-ID" sz="1400" dirty="0"/>
              <a:t>Panah Biru:</a:t>
            </a:r>
          </a:p>
          <a:p>
            <a:r>
              <a:rPr lang="id-ID" sz="1400" dirty="0"/>
              <a:t>Dibawah Field Approval ID, ditambahkan Field Status. Dimana isi nya adalah</a:t>
            </a:r>
          </a:p>
          <a:p>
            <a:r>
              <a:rPr lang="id-ID" sz="1400" dirty="0"/>
              <a:t>BI:</a:t>
            </a:r>
          </a:p>
          <a:p>
            <a:r>
              <a:rPr lang="id-ID" sz="1400" dirty="0"/>
              <a:t>Status: Instruksi Transaksi diterima</a:t>
            </a:r>
          </a:p>
          <a:p>
            <a:endParaRPr lang="id-ID" sz="1400" dirty="0"/>
          </a:p>
          <a:p>
            <a:r>
              <a:rPr lang="id-ID" sz="1400" dirty="0"/>
              <a:t>EN:</a:t>
            </a:r>
          </a:p>
          <a:p>
            <a:r>
              <a:rPr lang="id-ID" sz="1400" dirty="0"/>
              <a:t>Status: Transaction Instruction Accepted</a:t>
            </a:r>
          </a:p>
        </p:txBody>
      </p:sp>
      <p:sp>
        <p:nvSpPr>
          <p:cNvPr id="11" name="Right Arrow 10"/>
          <p:cNvSpPr/>
          <p:nvPr/>
        </p:nvSpPr>
        <p:spPr>
          <a:xfrm>
            <a:off x="251520" y="3933056"/>
            <a:ext cx="648072" cy="41912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184627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Requirement After PWG (Phase 1)</a:t>
            </a:r>
            <a:endParaRPr lang="en-US" dirty="0"/>
          </a:p>
        </p:txBody>
      </p:sp>
      <p:sp>
        <p:nvSpPr>
          <p:cNvPr id="3" name="Content Placeholder 2"/>
          <p:cNvSpPr>
            <a:spLocks noGrp="1"/>
          </p:cNvSpPr>
          <p:nvPr>
            <p:ph idx="1"/>
          </p:nvPr>
        </p:nvSpPr>
        <p:spPr/>
        <p:txBody>
          <a:bodyPr/>
          <a:lstStyle/>
          <a:p>
            <a:pPr marL="514350" indent="-514350">
              <a:buFont typeface="+mj-lt"/>
              <a:buAutoNum type="arabicPeriod" startAt="4"/>
            </a:pPr>
            <a:r>
              <a:rPr lang="id-ID" sz="1600" dirty="0"/>
              <a:t>Pada menu CBO, apabila dokumen sudah pernah di download, diberikan informasi berupa pop up dimana didalam informasi pop up tersebut memberikan warning message sbb: “Perhatian, Dokumen sudah pernah di Download oleh “UserID”, tanggal, jam, Pastikan tidak double proses”</a:t>
            </a:r>
            <a:endParaRPr lang="en-US" sz="1600" dirty="0"/>
          </a:p>
        </p:txBody>
      </p:sp>
      <p:sp>
        <p:nvSpPr>
          <p:cNvPr id="4" name="Date Placeholder 3"/>
          <p:cNvSpPr>
            <a:spLocks noGrp="1"/>
          </p:cNvSpPr>
          <p:nvPr>
            <p:ph type="dt" sz="half" idx="10"/>
          </p:nvPr>
        </p:nvSpPr>
        <p:spPr/>
        <p:txBody>
          <a:bodyPr/>
          <a:lstStyle/>
          <a:p>
            <a:pPr>
              <a:defRPr/>
            </a:pPr>
            <a:fld id="{85CD60A5-9FF3-4E5E-954A-C349833C407C}" type="datetime1">
              <a:rPr lang="en-AU" smtClean="0"/>
              <a:pPr>
                <a:defRPr/>
              </a:pPr>
              <a:t>4/5/20</a:t>
            </a:fld>
            <a:endParaRPr lang="en-US"/>
          </a:p>
        </p:txBody>
      </p:sp>
      <p:sp>
        <p:nvSpPr>
          <p:cNvPr id="5" name="Slide Number Placeholder 4"/>
          <p:cNvSpPr>
            <a:spLocks noGrp="1"/>
          </p:cNvSpPr>
          <p:nvPr>
            <p:ph type="sldNum" sz="quarter" idx="12"/>
          </p:nvPr>
        </p:nvSpPr>
        <p:spPr/>
        <p:txBody>
          <a:bodyPr/>
          <a:lstStyle/>
          <a:p>
            <a:pPr>
              <a:defRPr/>
            </a:pPr>
            <a:fld id="{783FB40D-69FB-4A16-B0A8-50E694A82C6D}" type="slidenum">
              <a:rPr lang="en-US" smtClean="0"/>
              <a:pPr>
                <a:defRPr/>
              </a:pPr>
              <a:t>4</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1338" y="2132856"/>
            <a:ext cx="7122583" cy="4032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ight Arrow 7"/>
          <p:cNvSpPr/>
          <p:nvPr/>
        </p:nvSpPr>
        <p:spPr>
          <a:xfrm>
            <a:off x="3707904" y="5013176"/>
            <a:ext cx="648072" cy="41912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618671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Requirement After PWG (Phase 1)</a:t>
            </a:r>
            <a:endParaRPr lang="en-US" dirty="0"/>
          </a:p>
        </p:txBody>
      </p:sp>
      <p:sp>
        <p:nvSpPr>
          <p:cNvPr id="3" name="Content Placeholder 2"/>
          <p:cNvSpPr>
            <a:spLocks noGrp="1"/>
          </p:cNvSpPr>
          <p:nvPr>
            <p:ph idx="1"/>
          </p:nvPr>
        </p:nvSpPr>
        <p:spPr>
          <a:xfrm>
            <a:off x="251520" y="836712"/>
            <a:ext cx="8704263" cy="5472608"/>
          </a:xfrm>
        </p:spPr>
        <p:txBody>
          <a:bodyPr/>
          <a:lstStyle/>
          <a:p>
            <a:pPr marL="514350" indent="-514350">
              <a:buFont typeface="+mj-lt"/>
              <a:buAutoNum type="arabicPeriod" startAt="5"/>
            </a:pPr>
            <a:r>
              <a:rPr lang="id-ID" sz="1400" dirty="0"/>
              <a:t>Ada batch yang jalan setiap jam 1 Siang (bisa di parameter dari back ofiice) untuk cleansing data  pengajuan, yaitu cleansing untuk upload dokumen dari RM yg belum di approve supervisor RM, atau sudah di approve supervisor RM, tp belum di approve oleh nasabah, maka pengajuan ini auto reject</a:t>
            </a:r>
          </a:p>
          <a:p>
            <a:pPr marL="514350" indent="-514350">
              <a:buFont typeface="+mj-lt"/>
              <a:buAutoNum type="arabicPeriod" startAt="5"/>
            </a:pPr>
            <a:endParaRPr lang="id-ID" sz="1400" dirty="0"/>
          </a:p>
          <a:p>
            <a:pPr marL="514350" indent="-514350">
              <a:buFont typeface="+mj-lt"/>
              <a:buAutoNum type="arabicPeriod" startAt="5"/>
            </a:pPr>
            <a:r>
              <a:rPr lang="id-ID" sz="1400" dirty="0"/>
              <a:t>CBO Back office itu hanya bisa lihat sesuai dengan cabang yg dia punya akses, tp bisa multi cabang (RM akan memiliki informasi cabang untuk bisa dilihat oleh CBO yang berkepentingan)</a:t>
            </a:r>
          </a:p>
          <a:p>
            <a:pPr marL="514350" indent="-514350">
              <a:buFont typeface="+mj-lt"/>
              <a:buAutoNum type="arabicPeriod" startAt="5"/>
            </a:pPr>
            <a:endParaRPr lang="id-ID" sz="1400" dirty="0"/>
          </a:p>
          <a:p>
            <a:pPr marL="514350" indent="-514350">
              <a:buFont typeface="+mj-lt"/>
              <a:buAutoNum type="arabicPeriod" startAt="5"/>
            </a:pPr>
            <a:r>
              <a:rPr lang="id-ID" sz="1400" dirty="0"/>
              <a:t>CBO </a:t>
            </a:r>
            <a:r>
              <a:rPr lang="it-IT" sz="1400" dirty="0"/>
              <a:t>Back office</a:t>
            </a:r>
            <a:r>
              <a:rPr lang="id-ID" sz="1400" dirty="0"/>
              <a:t> untuk</a:t>
            </a:r>
            <a:r>
              <a:rPr lang="it-IT" sz="1400" dirty="0"/>
              <a:t> report bisa di filter dan bisa di download</a:t>
            </a:r>
            <a:r>
              <a:rPr lang="id-ID" sz="1400" dirty="0"/>
              <a:t>, untuk filter nya adalah sbb:</a:t>
            </a:r>
          </a:p>
          <a:p>
            <a:pPr marL="571500" lvl="1" indent="-171450"/>
            <a:r>
              <a:rPr lang="en-US" sz="1400" dirty="0"/>
              <a:t>By </a:t>
            </a:r>
            <a:r>
              <a:rPr lang="en-US" sz="1400" dirty="0" err="1"/>
              <a:t>Tipe</a:t>
            </a:r>
            <a:r>
              <a:rPr lang="en-US" sz="1400" dirty="0"/>
              <a:t> </a:t>
            </a:r>
            <a:r>
              <a:rPr lang="en-US" sz="1400" dirty="0" err="1"/>
              <a:t>Produk</a:t>
            </a:r>
            <a:endParaRPr lang="id-ID" sz="1400" dirty="0"/>
          </a:p>
          <a:p>
            <a:pPr marL="571500" lvl="1" indent="-171450"/>
            <a:r>
              <a:rPr lang="en-US" sz="1400" dirty="0"/>
              <a:t>By Activity</a:t>
            </a:r>
            <a:endParaRPr lang="id-ID" sz="1400" dirty="0"/>
          </a:p>
          <a:p>
            <a:pPr marL="571500" lvl="1" indent="-171450"/>
            <a:r>
              <a:rPr lang="en-US" sz="1400" dirty="0"/>
              <a:t>By Range </a:t>
            </a:r>
            <a:r>
              <a:rPr lang="en-US" sz="1400" dirty="0" err="1"/>
              <a:t>Tanggal</a:t>
            </a:r>
            <a:r>
              <a:rPr lang="en-US" sz="1400" dirty="0"/>
              <a:t> from </a:t>
            </a:r>
            <a:r>
              <a:rPr lang="id-ID" sz="1400" dirty="0"/>
              <a:t>- </a:t>
            </a:r>
            <a:r>
              <a:rPr lang="en-US" sz="1400" dirty="0"/>
              <a:t>to</a:t>
            </a:r>
            <a:endParaRPr lang="id-ID" sz="1400" dirty="0"/>
          </a:p>
          <a:p>
            <a:pPr marL="571500" lvl="1" indent="-171450"/>
            <a:r>
              <a:rPr lang="en-US" sz="1400" dirty="0"/>
              <a:t>By RM</a:t>
            </a:r>
            <a:endParaRPr lang="id-ID" sz="1400" dirty="0"/>
          </a:p>
          <a:p>
            <a:pPr marL="571500" lvl="1" indent="-171450"/>
            <a:r>
              <a:rPr lang="en-US" sz="1400" dirty="0"/>
              <a:t>By Supervisor RM</a:t>
            </a:r>
            <a:endParaRPr lang="id-ID" sz="1400" dirty="0"/>
          </a:p>
          <a:p>
            <a:pPr marL="571500" lvl="1" indent="-171450"/>
            <a:r>
              <a:rPr lang="en-US" sz="1400" dirty="0"/>
              <a:t>By </a:t>
            </a:r>
            <a:r>
              <a:rPr lang="en-US" sz="1400" dirty="0" err="1"/>
              <a:t>Cabang</a:t>
            </a:r>
            <a:endParaRPr lang="id-ID" sz="1400" dirty="0"/>
          </a:p>
          <a:p>
            <a:pPr marL="571500" lvl="1" indent="-171450"/>
            <a:r>
              <a:rPr lang="en-US" sz="1400" dirty="0"/>
              <a:t>By Status</a:t>
            </a:r>
            <a:endParaRPr lang="id-ID" sz="1400" dirty="0"/>
          </a:p>
          <a:p>
            <a:pPr marL="400050" lvl="1" indent="0">
              <a:buNone/>
            </a:pPr>
            <a:r>
              <a:rPr lang="id-ID" sz="1400" dirty="0"/>
              <a:t>Filter bisa satu, atau kombinasi dari semua filter yang tersedia</a:t>
            </a:r>
          </a:p>
          <a:p>
            <a:pPr marL="400050" lvl="1" indent="0">
              <a:buNone/>
            </a:pPr>
            <a:endParaRPr lang="id-ID" sz="1400" dirty="0"/>
          </a:p>
          <a:p>
            <a:pPr marL="400050" lvl="1" indent="0">
              <a:buNone/>
            </a:pPr>
            <a:r>
              <a:rPr lang="id-ID" sz="1400" dirty="0"/>
              <a:t>Data</a:t>
            </a:r>
            <a:r>
              <a:rPr lang="en-US" sz="1400" dirty="0"/>
              <a:t> yang di download:</a:t>
            </a:r>
            <a:endParaRPr lang="id-ID" sz="1400" dirty="0"/>
          </a:p>
          <a:p>
            <a:pPr marL="400050" lvl="1" indent="0">
              <a:buNone/>
            </a:pPr>
            <a:r>
              <a:rPr lang="en-US" sz="1400" dirty="0"/>
              <a:t>Application ID, </a:t>
            </a:r>
            <a:r>
              <a:rPr lang="en-US" sz="1400" dirty="0" err="1"/>
              <a:t>Tanggal</a:t>
            </a:r>
            <a:r>
              <a:rPr lang="en-US" sz="1400" dirty="0"/>
              <a:t> </a:t>
            </a:r>
            <a:r>
              <a:rPr lang="en-US" sz="1400" dirty="0" err="1"/>
              <a:t>Aplikasi</a:t>
            </a:r>
            <a:r>
              <a:rPr lang="en-US" sz="1400" dirty="0"/>
              <a:t>, </a:t>
            </a:r>
            <a:r>
              <a:rPr lang="en-US" sz="1400" dirty="0" err="1"/>
              <a:t>Produk</a:t>
            </a:r>
            <a:r>
              <a:rPr lang="en-US" sz="1400" dirty="0"/>
              <a:t>, Activity, </a:t>
            </a:r>
            <a:r>
              <a:rPr lang="en-US" sz="1400" dirty="0" err="1"/>
              <a:t>Keterangan</a:t>
            </a:r>
            <a:r>
              <a:rPr lang="en-US" sz="1400" dirty="0"/>
              <a:t>, CIF, </a:t>
            </a:r>
            <a:r>
              <a:rPr lang="en-US" sz="1400" dirty="0" err="1"/>
              <a:t>Nama</a:t>
            </a:r>
            <a:r>
              <a:rPr lang="en-US" sz="1400" dirty="0"/>
              <a:t> </a:t>
            </a:r>
            <a:r>
              <a:rPr lang="en-US" sz="1400" dirty="0" err="1"/>
              <a:t>Nasabah</a:t>
            </a:r>
            <a:r>
              <a:rPr lang="en-US" sz="1400" dirty="0"/>
              <a:t>, Approval ID, </a:t>
            </a:r>
            <a:r>
              <a:rPr lang="en-US" sz="1400" dirty="0" err="1"/>
              <a:t>Tanggal</a:t>
            </a:r>
            <a:r>
              <a:rPr lang="en-US" sz="1400" dirty="0"/>
              <a:t> Approval, </a:t>
            </a:r>
            <a:r>
              <a:rPr lang="en-US" sz="1400" dirty="0" err="1"/>
              <a:t>Nama</a:t>
            </a:r>
            <a:r>
              <a:rPr lang="en-US" sz="1400" dirty="0"/>
              <a:t> file yang di upload (</a:t>
            </a:r>
            <a:r>
              <a:rPr lang="en-US" sz="1400" dirty="0" err="1"/>
              <a:t>kasih</a:t>
            </a:r>
            <a:r>
              <a:rPr lang="en-US" sz="1400" dirty="0"/>
              <a:t> separator "|" per </a:t>
            </a:r>
            <a:r>
              <a:rPr lang="en-US" sz="1400" dirty="0" err="1"/>
              <a:t>nama</a:t>
            </a:r>
            <a:r>
              <a:rPr lang="en-US" sz="1400" dirty="0"/>
              <a:t> file </a:t>
            </a:r>
            <a:r>
              <a:rPr lang="en-US" sz="1400" dirty="0" err="1"/>
              <a:t>nya</a:t>
            </a:r>
            <a:r>
              <a:rPr lang="en-US" sz="1400" dirty="0"/>
              <a:t>), </a:t>
            </a:r>
            <a:r>
              <a:rPr lang="en-US" sz="1400" dirty="0" err="1"/>
              <a:t>Cabang</a:t>
            </a:r>
            <a:r>
              <a:rPr lang="en-US" sz="1400" dirty="0"/>
              <a:t>, Status</a:t>
            </a:r>
            <a:endParaRPr lang="id-ID" sz="1400" dirty="0"/>
          </a:p>
        </p:txBody>
      </p:sp>
      <p:sp>
        <p:nvSpPr>
          <p:cNvPr id="4" name="Date Placeholder 3"/>
          <p:cNvSpPr>
            <a:spLocks noGrp="1"/>
          </p:cNvSpPr>
          <p:nvPr>
            <p:ph type="dt" sz="half" idx="10"/>
          </p:nvPr>
        </p:nvSpPr>
        <p:spPr/>
        <p:txBody>
          <a:bodyPr/>
          <a:lstStyle/>
          <a:p>
            <a:pPr>
              <a:defRPr/>
            </a:pPr>
            <a:fld id="{85CD60A5-9FF3-4E5E-954A-C349833C407C}" type="datetime1">
              <a:rPr lang="en-AU" smtClean="0"/>
              <a:pPr>
                <a:defRPr/>
              </a:pPr>
              <a:t>4/5/20</a:t>
            </a:fld>
            <a:endParaRPr lang="en-US"/>
          </a:p>
        </p:txBody>
      </p:sp>
      <p:sp>
        <p:nvSpPr>
          <p:cNvPr id="5" name="Slide Number Placeholder 4"/>
          <p:cNvSpPr>
            <a:spLocks noGrp="1"/>
          </p:cNvSpPr>
          <p:nvPr>
            <p:ph type="sldNum" sz="quarter" idx="12"/>
          </p:nvPr>
        </p:nvSpPr>
        <p:spPr/>
        <p:txBody>
          <a:bodyPr/>
          <a:lstStyle/>
          <a:p>
            <a:pPr>
              <a:defRPr/>
            </a:pPr>
            <a:fld id="{783FB40D-69FB-4A16-B0A8-50E694A82C6D}" type="slidenum">
              <a:rPr lang="en-US" smtClean="0"/>
              <a:pPr>
                <a:defRPr/>
              </a:pPr>
              <a:t>5</a:t>
            </a:fld>
            <a:endParaRPr lang="en-US"/>
          </a:p>
        </p:txBody>
      </p:sp>
    </p:spTree>
    <p:extLst>
      <p:ext uri="{BB962C8B-B14F-4D97-AF65-F5344CB8AC3E}">
        <p14:creationId xmlns:p14="http://schemas.microsoft.com/office/powerpoint/2010/main" val="32356593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Requirement After PWG (Phase 1)</a:t>
            </a:r>
            <a:endParaRPr lang="en-US" dirty="0"/>
          </a:p>
        </p:txBody>
      </p:sp>
      <p:sp>
        <p:nvSpPr>
          <p:cNvPr id="3" name="Content Placeholder 2"/>
          <p:cNvSpPr>
            <a:spLocks noGrp="1"/>
          </p:cNvSpPr>
          <p:nvPr>
            <p:ph idx="1"/>
          </p:nvPr>
        </p:nvSpPr>
        <p:spPr/>
        <p:txBody>
          <a:bodyPr/>
          <a:lstStyle/>
          <a:p>
            <a:r>
              <a:rPr lang="id-ID" sz="2000" dirty="0"/>
              <a:t>Filter dan Download Report</a:t>
            </a:r>
            <a:endParaRPr lang="en-US" sz="2000" dirty="0"/>
          </a:p>
        </p:txBody>
      </p:sp>
      <p:sp>
        <p:nvSpPr>
          <p:cNvPr id="4" name="Date Placeholder 3"/>
          <p:cNvSpPr>
            <a:spLocks noGrp="1"/>
          </p:cNvSpPr>
          <p:nvPr>
            <p:ph type="dt" sz="half" idx="10"/>
          </p:nvPr>
        </p:nvSpPr>
        <p:spPr/>
        <p:txBody>
          <a:bodyPr/>
          <a:lstStyle/>
          <a:p>
            <a:pPr>
              <a:defRPr/>
            </a:pPr>
            <a:fld id="{85CD60A5-9FF3-4E5E-954A-C349833C407C}" type="datetime1">
              <a:rPr lang="en-AU" smtClean="0"/>
              <a:pPr>
                <a:defRPr/>
              </a:pPr>
              <a:t>4/5/20</a:t>
            </a:fld>
            <a:endParaRPr lang="en-US"/>
          </a:p>
        </p:txBody>
      </p:sp>
      <p:sp>
        <p:nvSpPr>
          <p:cNvPr id="5" name="Slide Number Placeholder 4"/>
          <p:cNvSpPr>
            <a:spLocks noGrp="1"/>
          </p:cNvSpPr>
          <p:nvPr>
            <p:ph type="sldNum" sz="quarter" idx="12"/>
          </p:nvPr>
        </p:nvSpPr>
        <p:spPr/>
        <p:txBody>
          <a:bodyPr/>
          <a:lstStyle/>
          <a:p>
            <a:pPr>
              <a:defRPr/>
            </a:pPr>
            <a:fld id="{783FB40D-69FB-4A16-B0A8-50E694A82C6D}" type="slidenum">
              <a:rPr lang="en-US" smtClean="0"/>
              <a:pPr>
                <a:defRPr/>
              </a:pPr>
              <a:t>6</a:t>
            </a:fld>
            <a:endParaRPr lang="en-US"/>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475" y="1698625"/>
            <a:ext cx="8401050" cy="346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37770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ADMIN DAN UAM (Phase 1 DB, Phase 2 UI)</a:t>
            </a:r>
            <a:endParaRPr lang="en-US" dirty="0"/>
          </a:p>
        </p:txBody>
      </p:sp>
      <p:sp>
        <p:nvSpPr>
          <p:cNvPr id="3" name="Content Placeholder 2"/>
          <p:cNvSpPr>
            <a:spLocks noGrp="1"/>
          </p:cNvSpPr>
          <p:nvPr>
            <p:ph idx="1"/>
          </p:nvPr>
        </p:nvSpPr>
        <p:spPr>
          <a:xfrm>
            <a:off x="251520" y="692696"/>
            <a:ext cx="8704263" cy="5688632"/>
          </a:xfrm>
        </p:spPr>
        <p:txBody>
          <a:bodyPr/>
          <a:lstStyle/>
          <a:p>
            <a:r>
              <a:rPr lang="id-ID" sz="1400" dirty="0"/>
              <a:t>Admin Menu</a:t>
            </a:r>
          </a:p>
          <a:p>
            <a:pPr lvl="1"/>
            <a:r>
              <a:rPr lang="id-ID" sz="1400" dirty="0"/>
              <a:t>User Profile (Ada Menu: List (bisa di filter), Add, Update, Delete (soft, jika di delete maka status menjadi disable))</a:t>
            </a:r>
          </a:p>
          <a:p>
            <a:pPr marL="457200" lvl="1" indent="0">
              <a:buNone/>
            </a:pPr>
            <a:r>
              <a:rPr lang="id-ID" sz="1400" dirty="0"/>
              <a:t>User ID, Nama, Cabang, ID_ROLE, No HP, Alamat Email, Status (Enable/Disable), Tanggal Create, User Create, Tanggal Update, User Update</a:t>
            </a:r>
          </a:p>
          <a:p>
            <a:pPr marL="457200" lvl="1" indent="0">
              <a:buNone/>
            </a:pPr>
            <a:endParaRPr lang="id-ID" sz="1400" dirty="0"/>
          </a:p>
          <a:p>
            <a:pPr marL="457200" lvl="1" indent="0">
              <a:buNone/>
            </a:pPr>
            <a:r>
              <a:rPr lang="id-ID" sz="1400" dirty="0"/>
              <a:t> </a:t>
            </a:r>
            <a:endParaRPr lang="en-US" sz="1400" dirty="0"/>
          </a:p>
        </p:txBody>
      </p:sp>
      <p:sp>
        <p:nvSpPr>
          <p:cNvPr id="4" name="Date Placeholder 3"/>
          <p:cNvSpPr>
            <a:spLocks noGrp="1"/>
          </p:cNvSpPr>
          <p:nvPr>
            <p:ph type="dt" sz="half" idx="10"/>
          </p:nvPr>
        </p:nvSpPr>
        <p:spPr/>
        <p:txBody>
          <a:bodyPr/>
          <a:lstStyle/>
          <a:p>
            <a:pPr>
              <a:defRPr/>
            </a:pPr>
            <a:fld id="{85CD60A5-9FF3-4E5E-954A-C349833C407C}" type="datetime1">
              <a:rPr lang="en-AU" smtClean="0"/>
              <a:pPr>
                <a:defRPr/>
              </a:pPr>
              <a:t>4/5/20</a:t>
            </a:fld>
            <a:endParaRPr lang="en-US"/>
          </a:p>
        </p:txBody>
      </p:sp>
      <p:sp>
        <p:nvSpPr>
          <p:cNvPr id="5" name="Slide Number Placeholder 4"/>
          <p:cNvSpPr>
            <a:spLocks noGrp="1"/>
          </p:cNvSpPr>
          <p:nvPr>
            <p:ph type="sldNum" sz="quarter" idx="12"/>
          </p:nvPr>
        </p:nvSpPr>
        <p:spPr/>
        <p:txBody>
          <a:bodyPr/>
          <a:lstStyle/>
          <a:p>
            <a:pPr>
              <a:defRPr/>
            </a:pPr>
            <a:fld id="{783FB40D-69FB-4A16-B0A8-50E694A82C6D}" type="slidenum">
              <a:rPr lang="en-US" smtClean="0"/>
              <a:pPr>
                <a:defRPr/>
              </a:pPr>
              <a:t>7</a:t>
            </a:fld>
            <a:endParaRPr lang="en-US"/>
          </a:p>
        </p:txBody>
      </p:sp>
      <p:pic>
        <p:nvPicPr>
          <p:cNvPr id="410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2060848"/>
            <a:ext cx="8496944" cy="354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89101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ADMIN DAN UAM (Phase 1 DB, Phase 2 UI)</a:t>
            </a:r>
            <a:endParaRPr lang="en-US" dirty="0"/>
          </a:p>
        </p:txBody>
      </p:sp>
      <p:sp>
        <p:nvSpPr>
          <p:cNvPr id="3" name="Content Placeholder 2"/>
          <p:cNvSpPr>
            <a:spLocks noGrp="1"/>
          </p:cNvSpPr>
          <p:nvPr>
            <p:ph idx="1"/>
          </p:nvPr>
        </p:nvSpPr>
        <p:spPr>
          <a:xfrm>
            <a:off x="251520" y="692696"/>
            <a:ext cx="8704263" cy="5688632"/>
          </a:xfrm>
        </p:spPr>
        <p:txBody>
          <a:bodyPr/>
          <a:lstStyle/>
          <a:p>
            <a:r>
              <a:rPr lang="id-ID" sz="1400" dirty="0"/>
              <a:t>Admin Menu</a:t>
            </a:r>
          </a:p>
          <a:p>
            <a:pPr lvl="1"/>
            <a:r>
              <a:rPr lang="id-ID" sz="1400" dirty="0"/>
              <a:t>Master Role (Ada Menu: List (bisa di filter), Add, Update, Delete (soft, jika di delete maka status menjadi disable))</a:t>
            </a:r>
          </a:p>
          <a:p>
            <a:pPr marL="457200" lvl="1" indent="0">
              <a:buNone/>
            </a:pPr>
            <a:r>
              <a:rPr lang="id-ID" sz="1400" dirty="0"/>
              <a:t>ID_ROLE, NAMA_ROLE, Status (Enable/Disable), Tanggal Create, User Create, Tanggal Update, User Update. Isian (RM, RM_SPV, CBO, ADMIN)</a:t>
            </a:r>
          </a:p>
          <a:p>
            <a:pPr marL="457200" lvl="1" indent="0">
              <a:buNone/>
            </a:pPr>
            <a:endParaRPr lang="id-ID" sz="1400" dirty="0"/>
          </a:p>
          <a:p>
            <a:pPr marL="457200" lvl="1" indent="0">
              <a:buNone/>
            </a:pPr>
            <a:endParaRPr lang="id-ID" sz="1400" dirty="0"/>
          </a:p>
        </p:txBody>
      </p:sp>
      <p:sp>
        <p:nvSpPr>
          <p:cNvPr id="4" name="Date Placeholder 3"/>
          <p:cNvSpPr>
            <a:spLocks noGrp="1"/>
          </p:cNvSpPr>
          <p:nvPr>
            <p:ph type="dt" sz="half" idx="10"/>
          </p:nvPr>
        </p:nvSpPr>
        <p:spPr/>
        <p:txBody>
          <a:bodyPr/>
          <a:lstStyle/>
          <a:p>
            <a:pPr>
              <a:defRPr/>
            </a:pPr>
            <a:fld id="{85CD60A5-9FF3-4E5E-954A-C349833C407C}" type="datetime1">
              <a:rPr lang="en-AU" smtClean="0"/>
              <a:pPr>
                <a:defRPr/>
              </a:pPr>
              <a:t>4/5/20</a:t>
            </a:fld>
            <a:endParaRPr lang="en-US"/>
          </a:p>
        </p:txBody>
      </p:sp>
      <p:sp>
        <p:nvSpPr>
          <p:cNvPr id="5" name="Slide Number Placeholder 4"/>
          <p:cNvSpPr>
            <a:spLocks noGrp="1"/>
          </p:cNvSpPr>
          <p:nvPr>
            <p:ph type="sldNum" sz="quarter" idx="12"/>
          </p:nvPr>
        </p:nvSpPr>
        <p:spPr/>
        <p:txBody>
          <a:bodyPr/>
          <a:lstStyle/>
          <a:p>
            <a:pPr>
              <a:defRPr/>
            </a:pPr>
            <a:fld id="{783FB40D-69FB-4A16-B0A8-50E694A82C6D}" type="slidenum">
              <a:rPr lang="en-US" smtClean="0"/>
              <a:pPr>
                <a:defRPr/>
              </a:pPr>
              <a:t>8</a:t>
            </a:fld>
            <a:endParaRPr lang="en-US"/>
          </a:p>
        </p:txBody>
      </p:sp>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2173332"/>
            <a:ext cx="7912100" cy="334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405665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ADMIN DAN UAM (Phase 1 DB, Phase 2 UI)</a:t>
            </a:r>
            <a:endParaRPr lang="en-US" dirty="0"/>
          </a:p>
        </p:txBody>
      </p:sp>
      <p:sp>
        <p:nvSpPr>
          <p:cNvPr id="3" name="Content Placeholder 2"/>
          <p:cNvSpPr>
            <a:spLocks noGrp="1"/>
          </p:cNvSpPr>
          <p:nvPr>
            <p:ph idx="1"/>
          </p:nvPr>
        </p:nvSpPr>
        <p:spPr>
          <a:xfrm>
            <a:off x="251520" y="692696"/>
            <a:ext cx="8704263" cy="5688632"/>
          </a:xfrm>
        </p:spPr>
        <p:txBody>
          <a:bodyPr/>
          <a:lstStyle/>
          <a:p>
            <a:r>
              <a:rPr lang="id-ID" sz="1400" dirty="0"/>
              <a:t>Admin Menu</a:t>
            </a:r>
          </a:p>
          <a:p>
            <a:pPr lvl="1"/>
            <a:r>
              <a:rPr lang="id-ID" sz="1400" dirty="0"/>
              <a:t>User Group (Ada Menu: List (bisa di filter), Add, Update, Delete (soft, jika di delete maka status menjadi disable))</a:t>
            </a:r>
          </a:p>
          <a:p>
            <a:pPr marL="457200" lvl="1" indent="0">
              <a:buNone/>
            </a:pPr>
            <a:r>
              <a:rPr lang="id-ID" sz="1400" dirty="0"/>
              <a:t>ID_GROUP, USER ID, CABANG_OPS (1 USER ID, bisa dipasangkan dengan banyak cabang, 1 to many, info cabang di sini untuk bisa melihat cabang mana saja yg bisa di lihat oleh group), Status (Enable/Disable), Tanggal Create, User Create, Tanggal Update, User Update</a:t>
            </a:r>
          </a:p>
        </p:txBody>
      </p:sp>
      <p:sp>
        <p:nvSpPr>
          <p:cNvPr id="4" name="Date Placeholder 3"/>
          <p:cNvSpPr>
            <a:spLocks noGrp="1"/>
          </p:cNvSpPr>
          <p:nvPr>
            <p:ph type="dt" sz="half" idx="10"/>
          </p:nvPr>
        </p:nvSpPr>
        <p:spPr/>
        <p:txBody>
          <a:bodyPr/>
          <a:lstStyle/>
          <a:p>
            <a:pPr>
              <a:defRPr/>
            </a:pPr>
            <a:fld id="{85CD60A5-9FF3-4E5E-954A-C349833C407C}" type="datetime1">
              <a:rPr lang="en-AU" smtClean="0"/>
              <a:pPr>
                <a:defRPr/>
              </a:pPr>
              <a:t>4/5/20</a:t>
            </a:fld>
            <a:endParaRPr lang="en-US"/>
          </a:p>
        </p:txBody>
      </p:sp>
      <p:sp>
        <p:nvSpPr>
          <p:cNvPr id="5" name="Slide Number Placeholder 4"/>
          <p:cNvSpPr>
            <a:spLocks noGrp="1"/>
          </p:cNvSpPr>
          <p:nvPr>
            <p:ph type="sldNum" sz="quarter" idx="12"/>
          </p:nvPr>
        </p:nvSpPr>
        <p:spPr/>
        <p:txBody>
          <a:bodyPr/>
          <a:lstStyle/>
          <a:p>
            <a:pPr>
              <a:defRPr/>
            </a:pPr>
            <a:fld id="{783FB40D-69FB-4A16-B0A8-50E694A82C6D}" type="slidenum">
              <a:rPr lang="en-US" smtClean="0"/>
              <a:pPr>
                <a:defRPr/>
              </a:pPr>
              <a:t>9</a:t>
            </a:fld>
            <a:endParaRPr lang="en-US"/>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2420888"/>
            <a:ext cx="8572500" cy="336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076814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a:t>ADMIN DAN UAM (Phase 1 DB, Phase 2 UI)</a:t>
            </a:r>
            <a:endParaRPr lang="en-US" dirty="0"/>
          </a:p>
        </p:txBody>
      </p:sp>
      <p:sp>
        <p:nvSpPr>
          <p:cNvPr id="3" name="Content Placeholder 2"/>
          <p:cNvSpPr>
            <a:spLocks noGrp="1"/>
          </p:cNvSpPr>
          <p:nvPr>
            <p:ph idx="1"/>
          </p:nvPr>
        </p:nvSpPr>
        <p:spPr>
          <a:xfrm>
            <a:off x="251520" y="692696"/>
            <a:ext cx="8704263" cy="5688632"/>
          </a:xfrm>
        </p:spPr>
        <p:txBody>
          <a:bodyPr/>
          <a:lstStyle/>
          <a:p>
            <a:r>
              <a:rPr lang="id-ID" sz="1400" dirty="0"/>
              <a:t>Admin Menu</a:t>
            </a:r>
          </a:p>
          <a:p>
            <a:pPr lvl="1"/>
            <a:r>
              <a:rPr lang="id-ID" sz="1400" dirty="0"/>
              <a:t>UAM (Ada Menu: List (bisa di filter), Add, Update, Delete (soft, jika di delete maka status menjadi disable))</a:t>
            </a:r>
          </a:p>
          <a:p>
            <a:pPr marL="457200" lvl="1" indent="0">
              <a:buNone/>
            </a:pPr>
            <a:r>
              <a:rPr lang="id-ID" sz="1400" dirty="0"/>
              <a:t>ID_ROLE, MENU_ID/FITUR_ID, NAMA MENU, ALLOWEDF (Y/N) (1 ID_ROLE, bisa di pasangkan dengan banyak menu id, 1 to many. Jika AllowedF nya Y maka ID_ROLE mempunyai akses ke menu itu, apabila N maka tidak mempunyai akses dan menu tidak muncul), , Status (Enable/Disable), Tanggal Create, User Create, Tanggal Update, User Update</a:t>
            </a:r>
          </a:p>
          <a:p>
            <a:pPr marL="457200" lvl="1" indent="0">
              <a:buNone/>
            </a:pPr>
            <a:r>
              <a:rPr lang="id-ID" sz="1400" dirty="0"/>
              <a:t> </a:t>
            </a:r>
            <a:endParaRPr lang="en-US" sz="1400" dirty="0"/>
          </a:p>
        </p:txBody>
      </p:sp>
      <p:sp>
        <p:nvSpPr>
          <p:cNvPr id="4" name="Date Placeholder 3"/>
          <p:cNvSpPr>
            <a:spLocks noGrp="1"/>
          </p:cNvSpPr>
          <p:nvPr>
            <p:ph type="dt" sz="half" idx="10"/>
          </p:nvPr>
        </p:nvSpPr>
        <p:spPr/>
        <p:txBody>
          <a:bodyPr/>
          <a:lstStyle/>
          <a:p>
            <a:pPr>
              <a:defRPr/>
            </a:pPr>
            <a:fld id="{85CD60A5-9FF3-4E5E-954A-C349833C407C}" type="datetime1">
              <a:rPr lang="en-AU" smtClean="0"/>
              <a:pPr>
                <a:defRPr/>
              </a:pPr>
              <a:t>4/5/20</a:t>
            </a:fld>
            <a:endParaRPr lang="en-US"/>
          </a:p>
        </p:txBody>
      </p:sp>
      <p:sp>
        <p:nvSpPr>
          <p:cNvPr id="5" name="Slide Number Placeholder 4"/>
          <p:cNvSpPr>
            <a:spLocks noGrp="1"/>
          </p:cNvSpPr>
          <p:nvPr>
            <p:ph type="sldNum" sz="quarter" idx="12"/>
          </p:nvPr>
        </p:nvSpPr>
        <p:spPr/>
        <p:txBody>
          <a:bodyPr/>
          <a:lstStyle/>
          <a:p>
            <a:pPr>
              <a:defRPr/>
            </a:pPr>
            <a:fld id="{783FB40D-69FB-4A16-B0A8-50E694A82C6D}" type="slidenum">
              <a:rPr lang="en-US" smtClean="0"/>
              <a:pPr>
                <a:defRPr/>
              </a:pPr>
              <a:t>10</a:t>
            </a:fld>
            <a:endParaRPr lang="en-US"/>
          </a:p>
        </p:txBody>
      </p:sp>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2564904"/>
            <a:ext cx="8640960" cy="3714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35993793"/>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Revolution">
      <a:majorFont>
        <a:latin typeface="Trebuchet MS"/>
        <a:ea typeface=""/>
        <a:cs typeface=""/>
        <a:font script="Jpan" typeface="ＭＳ ゴシック"/>
        <a:font script="Hans" typeface="宋体"/>
        <a:font script="Hant" typeface="新細明體"/>
      </a:majorFont>
      <a:minorFont>
        <a:latin typeface="Trebuchet MS"/>
        <a:ea typeface=""/>
        <a:cs typeface=""/>
        <a:font script="Jpan" typeface="ＭＳ ゴシック"/>
        <a:font script="Hans" typeface="宋体"/>
        <a:font script="Hant" typeface="新細明體"/>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483</TotalTime>
  <Words>877</Words>
  <Application>Microsoft Macintosh PowerPoint</Application>
  <PresentationFormat>On-screen Show (4:3)</PresentationFormat>
  <Paragraphs>85</Paragraphs>
  <Slides>10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Trebuchet MS</vt:lpstr>
      <vt:lpstr>1_Office Theme</vt:lpstr>
      <vt:lpstr>Requirement After PWG (Phase 1)</vt:lpstr>
      <vt:lpstr>Requirement After PWG (Phase 1)</vt:lpstr>
      <vt:lpstr>Requirement After PWG (Phase 1)</vt:lpstr>
      <vt:lpstr>Requirement After PWG (Phase 1)</vt:lpstr>
      <vt:lpstr>Requirement After PWG (Phase 1)</vt:lpstr>
      <vt:lpstr>Requirement After PWG (Phase 1)</vt:lpstr>
      <vt:lpstr>ADMIN DAN UAM (Phase 1 DB, Phase 2 UI)</vt:lpstr>
      <vt:lpstr>ADMIN DAN UAM (Phase 1 DB, Phase 2 UI)</vt:lpstr>
      <vt:lpstr>ADMIN DAN UAM (Phase 1 DB, Phase 2 UI)</vt:lpstr>
      <vt:lpstr>ADMIN DAN UAM (Phase 1 DB, Phase 2 UI)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Requirement After PWG</dc:title>
  <dc:creator>Vebi Verdiana</dc:creator>
  <cp:lastModifiedBy>SHIELLA MULYADI</cp:lastModifiedBy>
  <cp:revision>25</cp:revision>
  <dcterms:created xsi:type="dcterms:W3CDTF">2020-05-04T07:28:08Z</dcterms:created>
  <dcterms:modified xsi:type="dcterms:W3CDTF">2020-05-04T19:09:42Z</dcterms:modified>
</cp:coreProperties>
</file>