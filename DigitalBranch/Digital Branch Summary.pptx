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7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7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6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9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2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7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8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6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2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40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57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572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016" b="-20016"/>
          <a:stretch>
            <a:fillRect/>
          </a:stretch>
        </p:blipFill>
        <p:spPr bwMode="auto">
          <a:xfrm>
            <a:off x="184639" y="6551613"/>
            <a:ext cx="8773258" cy="1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44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6F9D-B3DE-473F-82E1-01AA29B3492A}" type="datetimeFigureOut">
              <a:rPr lang="en-US" smtClean="0"/>
              <a:pPr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14666-F3EF-46F9-A4E0-CBAC6851C6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0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69394" y="947058"/>
            <a:ext cx="1726406" cy="4572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M2U Apps</a:t>
            </a:r>
            <a:endParaRPr lang="en-US" sz="1600" dirty="0"/>
          </a:p>
        </p:txBody>
      </p:sp>
      <p:sp>
        <p:nvSpPr>
          <p:cNvPr id="3" name="Rounded Rectangle 2"/>
          <p:cNvSpPr/>
          <p:nvPr/>
        </p:nvSpPr>
        <p:spPr>
          <a:xfrm>
            <a:off x="4561768" y="947058"/>
            <a:ext cx="1915232" cy="4572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M2U Apps Branch</a:t>
            </a:r>
            <a:endParaRPr lang="en-US"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6553200" y="947058"/>
            <a:ext cx="2451100" cy="4572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New Teller Apps</a:t>
            </a:r>
            <a:endParaRPr lang="en-US" sz="1600" dirty="0"/>
          </a:p>
        </p:txBody>
      </p:sp>
      <p:sp>
        <p:nvSpPr>
          <p:cNvPr id="6" name="Left Brace 5"/>
          <p:cNvSpPr/>
          <p:nvPr/>
        </p:nvSpPr>
        <p:spPr>
          <a:xfrm rot="5400000">
            <a:off x="4343400" y="108858"/>
            <a:ext cx="304800" cy="1371600"/>
          </a:xfrm>
          <a:prstGeom prst="leftBrace">
            <a:avLst>
              <a:gd name="adj1" fmla="val 8333"/>
              <a:gd name="adj2" fmla="val 4957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97300" y="354504"/>
            <a:ext cx="1416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Enh</a:t>
            </a:r>
            <a:r>
              <a:rPr lang="en-US" sz="1600" dirty="0" smtClean="0"/>
              <a:t> M2U Apps</a:t>
            </a:r>
            <a:endParaRPr lang="en-US" sz="1600" dirty="0"/>
          </a:p>
        </p:txBody>
      </p:sp>
      <p:sp>
        <p:nvSpPr>
          <p:cNvPr id="9" name="Left Brace 8"/>
          <p:cNvSpPr/>
          <p:nvPr/>
        </p:nvSpPr>
        <p:spPr>
          <a:xfrm rot="5400000">
            <a:off x="7156450" y="-507092"/>
            <a:ext cx="241300" cy="2514600"/>
          </a:xfrm>
          <a:prstGeom prst="leftBrace">
            <a:avLst>
              <a:gd name="adj1" fmla="val 8333"/>
              <a:gd name="adj2" fmla="val 49573"/>
            </a:avLst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91411" y="337458"/>
            <a:ext cx="1674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Located at Branch</a:t>
            </a:r>
            <a:endParaRPr lang="en-US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25400" y="947058"/>
            <a:ext cx="2667000" cy="4572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" y="1429658"/>
            <a:ext cx="279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 fontAlgn="ctr"/>
            <a:r>
              <a:rPr lang="en-US" sz="1600" dirty="0" smtClean="0"/>
              <a:t>PHASE 1</a:t>
            </a:r>
          </a:p>
          <a:p>
            <a:pPr marL="114300" indent="-114300" fontAlgn="ctr">
              <a:buFont typeface="+mj-lt"/>
              <a:buAutoNum type="arabicPeriod"/>
            </a:pPr>
            <a:r>
              <a:rPr lang="en-US" sz="1600" dirty="0" smtClean="0"/>
              <a:t>Open Account NTB - KYC via branch, include Link card via stock card</a:t>
            </a:r>
          </a:p>
          <a:p>
            <a:pPr marL="114300" indent="-114300" fontAlgn="ctr">
              <a:buFont typeface="+mj-lt"/>
              <a:buAutoNum type="arabicPeriod"/>
            </a:pPr>
            <a:r>
              <a:rPr lang="en-US" sz="1600" dirty="0" smtClean="0"/>
              <a:t>Card maintenance: Link Card; Change  </a:t>
            </a:r>
            <a:r>
              <a:rPr lang="en-US" sz="1600" dirty="0" smtClean="0"/>
              <a:t>Card &amp; Update Data Customer</a:t>
            </a:r>
            <a:endParaRPr lang="en-US" sz="1600" dirty="0" smtClean="0"/>
          </a:p>
          <a:p>
            <a:pPr marL="114300" indent="-114300" fontAlgn="ctr">
              <a:buFont typeface="+mj-lt"/>
              <a:buAutoNum type="arabicPeriod"/>
            </a:pPr>
            <a:endParaRPr lang="en-US" sz="1600" dirty="0" smtClean="0"/>
          </a:p>
          <a:p>
            <a:pPr marL="114300" indent="-114300" fontAlgn="ctr">
              <a:buFont typeface="+mj-lt"/>
              <a:buAutoNum type="arabicPeriod"/>
            </a:pPr>
            <a:r>
              <a:rPr lang="en-US" sz="1600" dirty="0" smtClean="0">
                <a:solidFill>
                  <a:schemeClr val="bg2"/>
                </a:solidFill>
              </a:rPr>
              <a:t>Remittance FX – up to  (same feature with existing M2U)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663237"/>
            <a:ext cx="2590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 fontAlgn="ctr"/>
            <a:r>
              <a:rPr lang="en-US" sz="1600" dirty="0" smtClean="0"/>
              <a:t>PHASE 2</a:t>
            </a:r>
          </a:p>
          <a:p>
            <a:pPr marL="114300" indent="-114300" fontAlgn="ctr">
              <a:buFont typeface="+mj-lt"/>
              <a:buAutoNum type="arabicPeriod"/>
            </a:pPr>
            <a:r>
              <a:rPr lang="en-US" sz="1600" dirty="0" smtClean="0"/>
              <a:t>Update </a:t>
            </a:r>
            <a:r>
              <a:rPr lang="en-US" sz="1600" dirty="0" smtClean="0"/>
              <a:t>Phone Number</a:t>
            </a:r>
          </a:p>
          <a:p>
            <a:pPr marL="114300" indent="-114300" fontAlgn="ctr">
              <a:buFont typeface="+mj-lt"/>
              <a:buAutoNum type="arabicPeriod"/>
            </a:pPr>
            <a:r>
              <a:rPr lang="en-US" sz="1600" dirty="0" smtClean="0"/>
              <a:t>Pre Booking Remittance and SKN/ RGTS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3675744"/>
            <a:ext cx="9144000" cy="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0" y="5036651"/>
            <a:ext cx="9144000" cy="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5134371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ctr"/>
            <a:r>
              <a:rPr lang="en-US" sz="1600" dirty="0" smtClean="0"/>
              <a:t>PHASE 3</a:t>
            </a:r>
          </a:p>
          <a:p>
            <a:pPr marL="342900" indent="-342900" fontAlgn="ctr">
              <a:buFont typeface="+mj-lt"/>
              <a:buAutoNum type="arabicPeriod"/>
            </a:pPr>
            <a:r>
              <a:rPr lang="en-US" sz="1600" dirty="0" smtClean="0"/>
              <a:t>Cash Withdrawal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Deposit</a:t>
            </a:r>
            <a:endParaRPr lang="en-US" sz="1600" dirty="0"/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2705100" y="1023258"/>
            <a:ext cx="25400" cy="48768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4D9B5A1-9868-47FE-B016-FD559607EA15}"/>
              </a:ext>
            </a:extLst>
          </p:cNvPr>
          <p:cNvSpPr txBox="1"/>
          <p:nvPr/>
        </p:nvSpPr>
        <p:spPr>
          <a:xfrm>
            <a:off x="228600" y="152400"/>
            <a:ext cx="1808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Summary</a:t>
            </a:r>
            <a:endParaRPr lang="en-ID" sz="3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060368" y="1720595"/>
            <a:ext cx="1059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Entry Data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6556830" y="1589969"/>
            <a:ext cx="2402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KYC </a:t>
            </a:r>
          </a:p>
          <a:p>
            <a:r>
              <a:rPr lang="en-US" sz="1600" dirty="0" smtClean="0"/>
              <a:t>Card creation (direct/ CPC)</a:t>
            </a:r>
            <a:endParaRPr lang="en-US" sz="160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890" y="2442030"/>
            <a:ext cx="9144000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-29028" y="3156858"/>
            <a:ext cx="9144000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0" y="4176486"/>
            <a:ext cx="9144000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62216" y="2514600"/>
            <a:ext cx="1109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Entry data </a:t>
            </a:r>
          </a:p>
          <a:p>
            <a:r>
              <a:rPr lang="en-US" sz="1600" dirty="0" smtClean="0"/>
              <a:t>Card/ETB 2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6556830" y="2398488"/>
            <a:ext cx="1474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 CPC</a:t>
            </a:r>
          </a:p>
          <a:p>
            <a:r>
              <a:rPr lang="en-US" sz="1600" dirty="0" smtClean="0"/>
              <a:t>2 Card Creation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8702" y="2495883"/>
            <a:ext cx="1132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Entry data </a:t>
            </a:r>
          </a:p>
          <a:p>
            <a:r>
              <a:rPr lang="en-US" sz="1600" dirty="0" smtClean="0"/>
              <a:t>card/ ETB 1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3857172" y="3260990"/>
            <a:ext cx="1619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Trx</a:t>
            </a:r>
            <a:r>
              <a:rPr lang="en-US" sz="1600" dirty="0" smtClean="0"/>
              <a:t> and complete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3443514" y="3806370"/>
            <a:ext cx="2397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Update data and complete</a:t>
            </a:r>
            <a:endParaRPr lang="en-US" sz="16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-10884" y="4452258"/>
            <a:ext cx="9144000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0" y="4572000"/>
            <a:ext cx="1059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Entry Data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6705600" y="4572000"/>
            <a:ext cx="1681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KYC and complete</a:t>
            </a:r>
            <a:endParaRPr lang="en-US" sz="16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-14514" y="5638800"/>
            <a:ext cx="9144000" cy="0"/>
          </a:xfrm>
          <a:prstGeom prst="line">
            <a:avLst/>
          </a:prstGeom>
          <a:ln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32944" y="5605046"/>
            <a:ext cx="1059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Entry 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6709377" y="5605046"/>
            <a:ext cx="2203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Validation and complete</a:t>
            </a:r>
            <a:endParaRPr lang="en-US" sz="1600" dirty="0"/>
          </a:p>
        </p:txBody>
      </p:sp>
      <p:sp>
        <p:nvSpPr>
          <p:cNvPr id="42" name="TextBox 41"/>
          <p:cNvSpPr txBox="1"/>
          <p:nvPr/>
        </p:nvSpPr>
        <p:spPr>
          <a:xfrm>
            <a:off x="3490686" y="5300246"/>
            <a:ext cx="2870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Entry Data: book same day/ H+1</a:t>
            </a:r>
            <a:endParaRPr lang="en-US" sz="1600" dirty="0"/>
          </a:p>
        </p:txBody>
      </p:sp>
      <p:sp>
        <p:nvSpPr>
          <p:cNvPr id="43" name="TextBox 42"/>
          <p:cNvSpPr txBox="1"/>
          <p:nvPr/>
        </p:nvSpPr>
        <p:spPr>
          <a:xfrm>
            <a:off x="6708025" y="5300246"/>
            <a:ext cx="2203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Validation and complete</a:t>
            </a:r>
            <a:endParaRPr lang="en-US" sz="1600" dirty="0"/>
          </a:p>
        </p:txBody>
      </p:sp>
      <p:sp>
        <p:nvSpPr>
          <p:cNvPr id="44" name="TextBox 43"/>
          <p:cNvSpPr txBox="1"/>
          <p:nvPr/>
        </p:nvSpPr>
        <p:spPr>
          <a:xfrm>
            <a:off x="3429000" y="4168130"/>
            <a:ext cx="2397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Update data and complete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6147</TotalTime>
  <Words>130</Words>
  <Application>Microsoft Office PowerPoint</Application>
  <PresentationFormat>On-screen Show 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Roni Setiawan</dc:creator>
  <cp:lastModifiedBy>Krishnanti Dewi</cp:lastModifiedBy>
  <cp:revision>105</cp:revision>
  <dcterms:created xsi:type="dcterms:W3CDTF">2019-11-13T03:09:17Z</dcterms:created>
  <dcterms:modified xsi:type="dcterms:W3CDTF">2020-06-19T07:08:32Z</dcterms:modified>
</cp:coreProperties>
</file>