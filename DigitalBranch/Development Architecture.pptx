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9ECA7-0360-43E1-9AE2-3FE5D6FA35BE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AFBA-A4DB-46B0-8D86-C0388AB970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9ECA7-0360-43E1-9AE2-3FE5D6FA35BE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AFBA-A4DB-46B0-8D86-C0388AB970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9ECA7-0360-43E1-9AE2-3FE5D6FA35BE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AFBA-A4DB-46B0-8D86-C0388AB970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9ECA7-0360-43E1-9AE2-3FE5D6FA35BE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AFBA-A4DB-46B0-8D86-C0388AB970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9ECA7-0360-43E1-9AE2-3FE5D6FA35BE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AFBA-A4DB-46B0-8D86-C0388AB970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9ECA7-0360-43E1-9AE2-3FE5D6FA35BE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AFBA-A4DB-46B0-8D86-C0388AB970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9ECA7-0360-43E1-9AE2-3FE5D6FA35BE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AFBA-A4DB-46B0-8D86-C0388AB970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9ECA7-0360-43E1-9AE2-3FE5D6FA35BE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AFBA-A4DB-46B0-8D86-C0388AB970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9ECA7-0360-43E1-9AE2-3FE5D6FA35BE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AFBA-A4DB-46B0-8D86-C0388AB970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9ECA7-0360-43E1-9AE2-3FE5D6FA35BE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AFBA-A4DB-46B0-8D86-C0388AB970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9ECA7-0360-43E1-9AE2-3FE5D6FA35BE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1AFBA-A4DB-46B0-8D86-C0388AB970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9ECA7-0360-43E1-9AE2-3FE5D6FA35BE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1AFBA-A4DB-46B0-8D86-C0388AB9700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1447800"/>
            <a:ext cx="2438400" cy="1066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WEB SERVER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Hostname :DevDigiBranch01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OS : Centos 8.1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IP  : 192.168.250.28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pitchFamily="34" charset="0"/>
                <a:ea typeface="Calibri" pitchFamily="34" charset="0"/>
                <a:cs typeface="Times New Roman" pitchFamily="18" charset="0"/>
              </a:rPr>
              <a:t>Master Node </a:t>
            </a:r>
            <a:r>
              <a:rPr lang="en-US" sz="1200" dirty="0" err="1" smtClean="0">
                <a:solidFill>
                  <a:schemeClr val="tx1"/>
                </a:solidFill>
                <a:latin typeface="Arial" pitchFamily="34" charset="0"/>
                <a:ea typeface="Calibri" pitchFamily="34" charset="0"/>
                <a:cs typeface="Times New Roman" pitchFamily="18" charset="0"/>
              </a:rPr>
              <a:t>Kubernate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71600" y="3048000"/>
            <a:ext cx="2438400" cy="1066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APP SERVER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Hostname :DevDigiBranch02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OS : Centos 8.1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IP  : 192.168.250.29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pitchFamily="34" charset="0"/>
                <a:cs typeface="Times New Roman" pitchFamily="18" charset="0"/>
              </a:rPr>
              <a:t>Worker Node </a:t>
            </a:r>
            <a:r>
              <a:rPr lang="en-US" sz="1200" dirty="0" err="1" smtClean="0">
                <a:solidFill>
                  <a:schemeClr val="tx1"/>
                </a:solidFill>
                <a:latin typeface="Arial" pitchFamily="34" charset="0"/>
                <a:cs typeface="Times New Roman" pitchFamily="18" charset="0"/>
              </a:rPr>
              <a:t>Kubernate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1371600" y="4648200"/>
            <a:ext cx="2438400" cy="1066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DATABASE SERVER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Hostname :DevDigiBranch03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OS : RHEL</a:t>
            </a:r>
            <a:r>
              <a:rPr kumimoji="0" lang="en-US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7.5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IP  : 192.168.250.30</a:t>
            </a:r>
            <a:endParaRPr lang="en-US" sz="1200" dirty="0"/>
          </a:p>
        </p:txBody>
      </p:sp>
      <p:cxnSp>
        <p:nvCxnSpPr>
          <p:cNvPr id="15" name="Straight Arrow Connector 14"/>
          <p:cNvCxnSpPr>
            <a:stCxn id="5" idx="2"/>
            <a:endCxn id="9" idx="0"/>
          </p:cNvCxnSpPr>
          <p:nvPr/>
        </p:nvCxnSpPr>
        <p:spPr>
          <a:xfrm>
            <a:off x="2590800" y="2514600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2"/>
            <a:endCxn id="10" idx="0"/>
          </p:cNvCxnSpPr>
          <p:nvPr/>
        </p:nvCxnSpPr>
        <p:spPr>
          <a:xfrm>
            <a:off x="2590800" y="4114800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/>
          <p:cNvCxnSpPr>
            <a:stCxn id="9" idx="3"/>
            <a:endCxn id="43" idx="1"/>
          </p:cNvCxnSpPr>
          <p:nvPr/>
        </p:nvCxnSpPr>
        <p:spPr>
          <a:xfrm flipV="1">
            <a:off x="3810000" y="1752600"/>
            <a:ext cx="2209800" cy="18288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9" idx="3"/>
            <a:endCxn id="50" idx="1"/>
          </p:cNvCxnSpPr>
          <p:nvPr/>
        </p:nvCxnSpPr>
        <p:spPr>
          <a:xfrm>
            <a:off x="3810000" y="3581400"/>
            <a:ext cx="2209800" cy="18288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>
            <a:stCxn id="9" idx="3"/>
            <a:endCxn id="46" idx="1"/>
          </p:cNvCxnSpPr>
          <p:nvPr/>
        </p:nvCxnSpPr>
        <p:spPr>
          <a:xfrm flipV="1">
            <a:off x="3810000" y="2971800"/>
            <a:ext cx="2209800" cy="6096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9" idx="3"/>
            <a:endCxn id="48" idx="1"/>
          </p:cNvCxnSpPr>
          <p:nvPr/>
        </p:nvCxnSpPr>
        <p:spPr>
          <a:xfrm>
            <a:off x="3810000" y="3581400"/>
            <a:ext cx="2209800" cy="6096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905000" y="228600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AZURE DEV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5770700" y="228600"/>
            <a:ext cx="1620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MAYBANK DEV</a:t>
            </a:r>
            <a:endParaRPr lang="en-US" b="1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4572000" y="1066800"/>
            <a:ext cx="0" cy="510540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6019800" y="1219200"/>
            <a:ext cx="2438400" cy="1066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chemeClr val="tx1"/>
                </a:solidFill>
                <a:latin typeface="Arial" pitchFamily="34" charset="0"/>
                <a:ea typeface="Calibri" pitchFamily="34" charset="0"/>
                <a:cs typeface="Times New Roman" pitchFamily="18" charset="0"/>
              </a:rPr>
              <a:t>ACTIVE DIRECTORY</a:t>
            </a: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Times New Roman" pitchFamily="18" charset="0"/>
            </a:endParaRPr>
          </a:p>
          <a:p>
            <a:pPr algn="ctr"/>
            <a:r>
              <a:rPr lang="en-US" sz="1200" dirty="0" smtClean="0">
                <a:solidFill>
                  <a:schemeClr val="tx1"/>
                </a:solidFill>
                <a:latin typeface="Arial" pitchFamily="34" charset="0"/>
                <a:cs typeface="Times New Roman" pitchFamily="18" charset="0"/>
              </a:rPr>
              <a:t>IP : </a:t>
            </a:r>
            <a:r>
              <a:rPr lang="en-US" sz="1200" dirty="0"/>
              <a:t>10.247.12.35</a:t>
            </a:r>
          </a:p>
          <a:p>
            <a:pPr algn="ctr"/>
            <a:r>
              <a:rPr lang="en-US" sz="1200" dirty="0" smtClean="0"/>
              <a:t>10.225.16.180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9800" y="2438400"/>
            <a:ext cx="2438400" cy="1066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chemeClr val="tx1"/>
                </a:solidFill>
                <a:latin typeface="Arial" pitchFamily="34" charset="0"/>
                <a:ea typeface="Calibri" pitchFamily="34" charset="0"/>
                <a:cs typeface="Times New Roman" pitchFamily="18" charset="0"/>
              </a:rPr>
              <a:t>ESB</a:t>
            </a:r>
            <a:endParaRPr lang="en-US" sz="1200" b="1" dirty="0">
              <a:solidFill>
                <a:schemeClr val="tx1"/>
              </a:solidFill>
              <a:latin typeface="Arial" pitchFamily="34" charset="0"/>
              <a:ea typeface="Calibri" pitchFamily="34" charset="0"/>
              <a:cs typeface="Times New Roman" pitchFamily="18" charset="0"/>
            </a:endParaRPr>
          </a:p>
          <a:p>
            <a:r>
              <a:rPr lang="en-US" sz="1200" dirty="0" smtClean="0"/>
              <a:t>Hostname </a:t>
            </a:r>
            <a:r>
              <a:rPr lang="en-US" sz="1200" dirty="0"/>
              <a:t>: SITAPPESBIB01</a:t>
            </a:r>
          </a:p>
          <a:p>
            <a:r>
              <a:rPr lang="en-US" sz="1200" dirty="0"/>
              <a:t>IP : </a:t>
            </a:r>
            <a:r>
              <a:rPr lang="en-US" sz="1200" dirty="0" smtClean="0"/>
              <a:t>10.246.20.35</a:t>
            </a:r>
          </a:p>
          <a:p>
            <a:r>
              <a:rPr lang="en-US" sz="1200" dirty="0" smtClean="0"/>
              <a:t>Hostname </a:t>
            </a:r>
            <a:r>
              <a:rPr lang="en-US" sz="1200" dirty="0"/>
              <a:t>: UATAPPESBIB01</a:t>
            </a:r>
          </a:p>
          <a:p>
            <a:r>
              <a:rPr lang="en-US" sz="1200" dirty="0"/>
              <a:t>IP : 10.247.12.57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19800" y="3657600"/>
            <a:ext cx="2438400" cy="1066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chemeClr val="tx1"/>
                </a:solidFill>
                <a:latin typeface="Arial" pitchFamily="34" charset="0"/>
                <a:ea typeface="Calibri" pitchFamily="34" charset="0"/>
                <a:cs typeface="Times New Roman" pitchFamily="18" charset="0"/>
              </a:rPr>
              <a:t>UIUX</a:t>
            </a:r>
            <a:endParaRPr lang="en-US" sz="1200" b="1" dirty="0">
              <a:solidFill>
                <a:schemeClr val="tx1"/>
              </a:solidFill>
              <a:latin typeface="Arial" pitchFamily="34" charset="0"/>
              <a:ea typeface="Calibri" pitchFamily="34" charset="0"/>
              <a:cs typeface="Times New Roman" pitchFamily="18" charset="0"/>
            </a:endParaRPr>
          </a:p>
          <a:p>
            <a:pPr algn="ctr"/>
            <a:r>
              <a:rPr lang="en-US" sz="1200" dirty="0" smtClean="0"/>
              <a:t>Apps : 10.247.12.43</a:t>
            </a:r>
          </a:p>
          <a:p>
            <a:pPr algn="ctr"/>
            <a:r>
              <a:rPr lang="en-US" sz="1200" dirty="0" smtClean="0"/>
              <a:t>Adapter : 10.235.57.22</a:t>
            </a:r>
          </a:p>
          <a:p>
            <a:pPr algn="ctr"/>
            <a:r>
              <a:rPr lang="en-US" sz="1200" dirty="0" smtClean="0"/>
              <a:t>DB : 10.247.12.44</a:t>
            </a: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019800" y="4876800"/>
            <a:ext cx="2438400" cy="1066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chemeClr val="tx1"/>
                </a:solidFill>
                <a:latin typeface="Arial" pitchFamily="34" charset="0"/>
                <a:ea typeface="Calibri" pitchFamily="34" charset="0"/>
                <a:cs typeface="Times New Roman" pitchFamily="18" charset="0"/>
              </a:rPr>
              <a:t>UIUX</a:t>
            </a:r>
            <a:endParaRPr lang="en-US" sz="1200" b="1" dirty="0">
              <a:solidFill>
                <a:schemeClr val="tx1"/>
              </a:solidFill>
              <a:latin typeface="Arial" pitchFamily="34" charset="0"/>
              <a:ea typeface="Calibri" pitchFamily="34" charset="0"/>
              <a:cs typeface="Times New Roman" pitchFamily="18" charset="0"/>
            </a:endParaRPr>
          </a:p>
          <a:p>
            <a:pPr algn="ctr"/>
            <a:r>
              <a:rPr lang="en-US" sz="1200" dirty="0" smtClean="0"/>
              <a:t>Apps : 10.225.16.219 </a:t>
            </a:r>
            <a:r>
              <a:rPr lang="en-US" sz="1200" dirty="0"/>
              <a:t>/ 10.225.16.241</a:t>
            </a:r>
          </a:p>
          <a:p>
            <a:pPr algn="ctr"/>
            <a:r>
              <a:rPr lang="en-US" sz="1200" dirty="0" smtClean="0"/>
              <a:t>DB : 10.230.67.112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72</Words>
  <Application>Microsoft Office PowerPoint</Application>
  <PresentationFormat>On-screen Show (4:3)</PresentationFormat>
  <Paragraphs>31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HH35453</dc:creator>
  <cp:lastModifiedBy>HH35453</cp:lastModifiedBy>
  <cp:revision>1</cp:revision>
  <dcterms:created xsi:type="dcterms:W3CDTF">2020-07-13T05:11:56Z</dcterms:created>
  <dcterms:modified xsi:type="dcterms:W3CDTF">2020-07-13T09:18:45Z</dcterms:modified>
</cp:coreProperties>
</file>