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307" r:id="rId3"/>
    <p:sldId id="308" r:id="rId4"/>
    <p:sldId id="306" r:id="rId5"/>
    <p:sldId id="312" r:id="rId6"/>
    <p:sldId id="313" r:id="rId7"/>
    <p:sldId id="314" r:id="rId8"/>
    <p:sldId id="310" r:id="rId9"/>
    <p:sldId id="315" r:id="rId10"/>
    <p:sldId id="316" r:id="rId11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5483" autoAdjust="0"/>
  </p:normalViewPr>
  <p:slideViewPr>
    <p:cSldViewPr>
      <p:cViewPr varScale="1">
        <p:scale>
          <a:sx n="106" d="100"/>
          <a:sy n="106" d="100"/>
        </p:scale>
        <p:origin x="1720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AE42C-3A35-4335-B6B4-5BF596234524}" type="datetimeFigureOut">
              <a:rPr lang="en-US" smtClean="0"/>
              <a:pPr/>
              <a:t>7/21/20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56EB9E-4106-49DF-B8A8-AC8AFC903F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857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3F05-2088-4C92-A7C0-3DC89502D0D0}" type="datetimeFigureOut">
              <a:rPr lang="en-US" smtClean="0"/>
              <a:pPr/>
              <a:t>7/21/20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F7B4-B696-4DCE-8FF0-00F525B4F1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97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3F05-2088-4C92-A7C0-3DC89502D0D0}" type="datetimeFigureOut">
              <a:rPr lang="en-US" smtClean="0"/>
              <a:pPr/>
              <a:t>7/21/20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F7B4-B696-4DCE-8FF0-00F525B4F1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79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3F05-2088-4C92-A7C0-3DC89502D0D0}" type="datetimeFigureOut">
              <a:rPr lang="en-US" smtClean="0"/>
              <a:pPr/>
              <a:t>7/21/20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F7B4-B696-4DCE-8FF0-00F525B4F1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380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3F05-2088-4C92-A7C0-3DC89502D0D0}" type="datetimeFigureOut">
              <a:rPr lang="en-US" smtClean="0"/>
              <a:pPr/>
              <a:t>7/21/20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F7B4-B696-4DCE-8FF0-00F525B4F1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338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3F05-2088-4C92-A7C0-3DC89502D0D0}" type="datetimeFigureOut">
              <a:rPr lang="en-US" smtClean="0"/>
              <a:pPr/>
              <a:t>7/21/20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F7B4-B696-4DCE-8FF0-00F525B4F1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118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3F05-2088-4C92-A7C0-3DC89502D0D0}" type="datetimeFigureOut">
              <a:rPr lang="en-US" smtClean="0"/>
              <a:pPr/>
              <a:t>7/21/20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F7B4-B696-4DCE-8FF0-00F525B4F1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206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3F05-2088-4C92-A7C0-3DC89502D0D0}" type="datetimeFigureOut">
              <a:rPr lang="en-US" smtClean="0"/>
              <a:pPr/>
              <a:t>7/21/20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F7B4-B696-4DCE-8FF0-00F525B4F1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371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3F05-2088-4C92-A7C0-3DC89502D0D0}" type="datetimeFigureOut">
              <a:rPr lang="en-US" smtClean="0"/>
              <a:pPr/>
              <a:t>7/21/20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F7B4-B696-4DCE-8FF0-00F525B4F1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801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3F05-2088-4C92-A7C0-3DC89502D0D0}" type="datetimeFigureOut">
              <a:rPr lang="en-US" smtClean="0"/>
              <a:pPr/>
              <a:t>7/21/20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F7B4-B696-4DCE-8FF0-00F525B4F1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989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3F05-2088-4C92-A7C0-3DC89502D0D0}" type="datetimeFigureOut">
              <a:rPr lang="en-US" smtClean="0"/>
              <a:pPr/>
              <a:t>7/21/20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F7B4-B696-4DCE-8FF0-00F525B4F1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258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3F05-2088-4C92-A7C0-3DC89502D0D0}" type="datetimeFigureOut">
              <a:rPr lang="en-US" smtClean="0"/>
              <a:pPr/>
              <a:t>7/21/20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F7B4-B696-4DCE-8FF0-00F525B4F1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6812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5723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7"/>
          <p:cNvPicPr>
            <a:picLocks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0016" b="-20016"/>
          <a:stretch>
            <a:fillRect/>
          </a:stretch>
        </p:blipFill>
        <p:spPr bwMode="auto">
          <a:xfrm>
            <a:off x="184639" y="6551613"/>
            <a:ext cx="8773258" cy="1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8996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D3F05-2088-4C92-A7C0-3DC89502D0D0}" type="datetimeFigureOut">
              <a:rPr lang="en-US" smtClean="0"/>
              <a:pPr/>
              <a:t>7/21/20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BF7B4-B696-4DCE-8FF0-00F525B4F1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3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4" descr="C:\Users\Laut Lubis\Documents\Maybank-xx.png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0163" y="-17463"/>
            <a:ext cx="9936163" cy="6875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685800" y="2514600"/>
            <a:ext cx="60113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/>
              <a:t>Branch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705309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2125" y="914400"/>
            <a:ext cx="5781675" cy="56120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" name="Title 1"/>
          <p:cNvSpPr txBox="1">
            <a:spLocks/>
          </p:cNvSpPr>
          <p:nvPr/>
        </p:nvSpPr>
        <p:spPr bwMode="auto">
          <a:xfrm>
            <a:off x="188486" y="1"/>
            <a:ext cx="8208249" cy="72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id-ID" sz="2800" b="1" dirty="0">
                <a:latin typeface="Calibri" pitchFamily="34" charset="0"/>
              </a:rPr>
              <a:t>Digital Branch System</a:t>
            </a:r>
          </a:p>
          <a:p>
            <a:r>
              <a:rPr lang="en-US" sz="2800" b="1" dirty="0">
                <a:latin typeface="Calibri" pitchFamily="34" charset="0"/>
              </a:rPr>
              <a:t>Application Architecture</a:t>
            </a:r>
            <a:endParaRPr lang="en-US" altLang="id-ID" sz="2800" b="1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481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itle 1"/>
          <p:cNvSpPr txBox="1">
            <a:spLocks/>
          </p:cNvSpPr>
          <p:nvPr/>
        </p:nvSpPr>
        <p:spPr bwMode="auto">
          <a:xfrm>
            <a:off x="188486" y="1"/>
            <a:ext cx="8208249" cy="72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id-ID" sz="2800" b="1" dirty="0">
                <a:latin typeface="Calibri" pitchFamily="34" charset="0"/>
              </a:rPr>
              <a:t>Digital Branch System</a:t>
            </a:r>
          </a:p>
          <a:p>
            <a:r>
              <a:rPr lang="en-US" sz="2800" b="1" dirty="0">
                <a:latin typeface="Calibri" pitchFamily="34" charset="0"/>
              </a:rPr>
              <a:t>Application Architecture</a:t>
            </a:r>
            <a:endParaRPr lang="en-US" altLang="id-ID" sz="2800" b="1" dirty="0">
              <a:latin typeface="Calibri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295400"/>
            <a:ext cx="6062662" cy="3839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81000" y="5124271"/>
            <a:ext cx="8305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Teknologi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masing-masing</a:t>
            </a:r>
            <a:r>
              <a:rPr lang="en-US" dirty="0"/>
              <a:t> layer?</a:t>
            </a:r>
          </a:p>
          <a:p>
            <a:r>
              <a:rPr lang="en-US" dirty="0"/>
              <a:t>UI: Progressive Web App ??  </a:t>
            </a:r>
            <a:r>
              <a:rPr lang="en-US" dirty="0" err="1"/>
              <a:t>NodeJS</a:t>
            </a:r>
            <a:r>
              <a:rPr lang="en-US" dirty="0"/>
              <a:t>, </a:t>
            </a:r>
            <a:r>
              <a:rPr lang="en-US" dirty="0" err="1"/>
              <a:t>Docker</a:t>
            </a:r>
            <a:r>
              <a:rPr lang="en-US" dirty="0"/>
              <a:t> , OS: Centos 8.1.19</a:t>
            </a:r>
          </a:p>
          <a:p>
            <a:r>
              <a:rPr lang="en-US" dirty="0" err="1"/>
              <a:t>Microservice</a:t>
            </a:r>
            <a:r>
              <a:rPr lang="en-US" dirty="0"/>
              <a:t>: Spring Boot, Tomcat, Running on </a:t>
            </a:r>
            <a:r>
              <a:rPr lang="en-US" dirty="0" err="1"/>
              <a:t>Docker</a:t>
            </a:r>
            <a:r>
              <a:rPr lang="en-US" dirty="0"/>
              <a:t>, </a:t>
            </a:r>
            <a:r>
              <a:rPr lang="en-US" dirty="0" err="1"/>
              <a:t>Kubernate</a:t>
            </a:r>
            <a:r>
              <a:rPr lang="en-US" dirty="0"/>
              <a:t>, OS: Centos 8.1.19</a:t>
            </a:r>
          </a:p>
          <a:p>
            <a:r>
              <a:rPr lang="en-US" dirty="0"/>
              <a:t>DB : Oracle  19c, Red Hat 7.5 (Cluster)</a:t>
            </a:r>
          </a:p>
          <a:p>
            <a:endParaRPr lang="en-US" dirty="0"/>
          </a:p>
          <a:p>
            <a:r>
              <a:rPr lang="en-US" dirty="0"/>
              <a:t>DEV: </a:t>
            </a:r>
            <a:r>
              <a:rPr lang="en-US" dirty="0" err="1"/>
              <a:t>Mengunakan</a:t>
            </a:r>
            <a:r>
              <a:rPr lang="en-US" dirty="0"/>
              <a:t> Azure Cloud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481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28600" y="76200"/>
            <a:ext cx="8229600" cy="701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/>
            <a:r>
              <a:rPr lang="en-US" altLang="id-ID" sz="2400" b="1" dirty="0"/>
              <a:t>User Authentication</a:t>
            </a:r>
          </a:p>
          <a:p>
            <a:pPr eaLnBrk="0" hangingPunct="0"/>
            <a:r>
              <a:rPr lang="en-US" altLang="id-ID" sz="2400" b="1" dirty="0"/>
              <a:t>Using Active Directory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865379"/>
            <a:ext cx="8765971" cy="5509945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752600"/>
            <a:ext cx="8268862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04481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28600" y="76200"/>
            <a:ext cx="8229600" cy="701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/>
            <a:r>
              <a:rPr lang="en-US" altLang="id-ID" sz="2400" b="1" dirty="0"/>
              <a:t>EKTP Reader</a:t>
            </a:r>
          </a:p>
          <a:p>
            <a:pPr eaLnBrk="0" hangingPunct="0"/>
            <a:r>
              <a:rPr lang="en-US" altLang="id-ID" sz="2400" b="1" dirty="0"/>
              <a:t>Integration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865379"/>
            <a:ext cx="8765971" cy="5509945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6" name="Picture 5" descr="IMG-20200622-WA0106 (2)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5760" y="1981200"/>
            <a:ext cx="854964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481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28600" y="76200"/>
            <a:ext cx="8229600" cy="701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/>
            <a:r>
              <a:rPr lang="en-US" altLang="id-ID" sz="2400" b="1" dirty="0"/>
              <a:t>Application  Architecture</a:t>
            </a:r>
          </a:p>
          <a:p>
            <a:pPr eaLnBrk="0" hangingPunct="0"/>
            <a:r>
              <a:rPr lang="en-US" altLang="id-ID" sz="2400" b="1" dirty="0"/>
              <a:t>With </a:t>
            </a:r>
            <a:r>
              <a:rPr lang="en-US" altLang="id-ID" sz="2400" b="1" dirty="0" err="1"/>
              <a:t>Kubernates</a:t>
            </a:r>
            <a:endParaRPr lang="en-US" altLang="id-ID" sz="2400" b="1" dirty="0"/>
          </a:p>
        </p:txBody>
      </p:sp>
      <p:sp>
        <p:nvSpPr>
          <p:cNvPr id="56" name="Rectangle 55"/>
          <p:cNvSpPr/>
          <p:nvPr/>
        </p:nvSpPr>
        <p:spPr>
          <a:xfrm>
            <a:off x="228600" y="865379"/>
            <a:ext cx="8765971" cy="5509945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26" name="Picture 2" descr="C:\Users\hh35453\AppData\Local\Microsoft\Windows\Temporary Internet Files\Content.Outlook\0U10VPKC\Untitled Diagram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3987" y="1133475"/>
            <a:ext cx="6296025" cy="45910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04481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>
          <a:xfrm>
            <a:off x="6324600" y="1219200"/>
            <a:ext cx="2590800" cy="3505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1447800" y="1295400"/>
            <a:ext cx="2590800" cy="3505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343400" y="2819400"/>
            <a:ext cx="17526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Eureka</a:t>
            </a:r>
          </a:p>
        </p:txBody>
      </p:sp>
      <p:sp>
        <p:nvSpPr>
          <p:cNvPr id="4" name="Rectangle 3"/>
          <p:cNvSpPr/>
          <p:nvPr/>
        </p:nvSpPr>
        <p:spPr>
          <a:xfrm>
            <a:off x="1752600" y="2057400"/>
            <a:ext cx="17526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UI Service 1 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581400"/>
            <a:ext cx="17526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UI Service N</a:t>
            </a:r>
          </a:p>
        </p:txBody>
      </p:sp>
      <p:cxnSp>
        <p:nvCxnSpPr>
          <p:cNvPr id="7" name="Straight Arrow Connector 6"/>
          <p:cNvCxnSpPr>
            <a:stCxn id="4" idx="3"/>
            <a:endCxn id="3" idx="1"/>
          </p:cNvCxnSpPr>
          <p:nvPr/>
        </p:nvCxnSpPr>
        <p:spPr>
          <a:xfrm>
            <a:off x="3505200" y="2438400"/>
            <a:ext cx="8382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3"/>
            <a:endCxn id="3" idx="1"/>
          </p:cNvCxnSpPr>
          <p:nvPr/>
        </p:nvCxnSpPr>
        <p:spPr>
          <a:xfrm flipV="1">
            <a:off x="3581400" y="3200400"/>
            <a:ext cx="7620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2971800"/>
            <a:ext cx="762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10400" y="2057400"/>
            <a:ext cx="17526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Service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3581400"/>
            <a:ext cx="17526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Service N</a:t>
            </a:r>
          </a:p>
        </p:txBody>
      </p:sp>
      <p:cxnSp>
        <p:nvCxnSpPr>
          <p:cNvPr id="25" name="Straight Arrow Connector 24"/>
          <p:cNvCxnSpPr>
            <a:stCxn id="3" idx="3"/>
            <a:endCxn id="17" idx="1"/>
          </p:cNvCxnSpPr>
          <p:nvPr/>
        </p:nvCxnSpPr>
        <p:spPr>
          <a:xfrm flipV="1">
            <a:off x="6096000" y="2438400"/>
            <a:ext cx="9144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3" idx="3"/>
          </p:cNvCxnSpPr>
          <p:nvPr/>
        </p:nvCxnSpPr>
        <p:spPr>
          <a:xfrm>
            <a:off x="6096000" y="3200400"/>
            <a:ext cx="7620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4" idx="3"/>
            <a:endCxn id="4" idx="1"/>
          </p:cNvCxnSpPr>
          <p:nvPr/>
        </p:nvCxnSpPr>
        <p:spPr>
          <a:xfrm flipV="1">
            <a:off x="762000" y="2438400"/>
            <a:ext cx="9906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4" idx="3"/>
            <a:endCxn id="5" idx="1"/>
          </p:cNvCxnSpPr>
          <p:nvPr/>
        </p:nvCxnSpPr>
        <p:spPr>
          <a:xfrm>
            <a:off x="762000" y="3276600"/>
            <a:ext cx="1066800" cy="685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600200" y="1447800"/>
            <a:ext cx="1403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KUBERNATES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4600" y="1295400"/>
            <a:ext cx="1403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KUBERNATES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75846" y="-76200"/>
            <a:ext cx="8229600" cy="701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/>
            <a:r>
              <a:rPr lang="id-ID" sz="2800" b="1" dirty="0">
                <a:solidFill>
                  <a:prstClr val="black"/>
                </a:solidFill>
              </a:rPr>
              <a:t>BIOMETRICS</a:t>
            </a:r>
            <a:endParaRPr lang="en-US" altLang="id-ID" sz="2800" b="1" dirty="0"/>
          </a:p>
          <a:p>
            <a:pPr eaLnBrk="0" hangingPunct="0"/>
            <a:r>
              <a:rPr lang="en-US" altLang="id-ID" sz="2800" b="1" dirty="0"/>
              <a:t>Technology Stack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865379"/>
            <a:ext cx="8765971" cy="5509945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56"/>
          <p:cNvGrpSpPr/>
          <p:nvPr/>
        </p:nvGrpSpPr>
        <p:grpSpPr>
          <a:xfrm>
            <a:off x="607694" y="1223958"/>
            <a:ext cx="7940040" cy="4760597"/>
            <a:chOff x="607694" y="1338258"/>
            <a:chExt cx="7940040" cy="4760597"/>
          </a:xfrm>
        </p:grpSpPr>
        <p:grpSp>
          <p:nvGrpSpPr>
            <p:cNvPr id="3" name="Group 57"/>
            <p:cNvGrpSpPr/>
            <p:nvPr/>
          </p:nvGrpSpPr>
          <p:grpSpPr>
            <a:xfrm>
              <a:off x="607694" y="5329235"/>
              <a:ext cx="7265670" cy="769620"/>
              <a:chOff x="495300" y="4945380"/>
              <a:chExt cx="7265670" cy="769620"/>
            </a:xfrm>
          </p:grpSpPr>
          <p:sp>
            <p:nvSpPr>
              <p:cNvPr id="95" name="Rectangle 94"/>
              <p:cNvSpPr/>
              <p:nvPr/>
            </p:nvSpPr>
            <p:spPr>
              <a:xfrm>
                <a:off x="495300" y="4945380"/>
                <a:ext cx="7265670" cy="769620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id-ID" sz="12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Operating System</a:t>
                </a:r>
              </a:p>
            </p:txBody>
          </p:sp>
          <p:sp>
            <p:nvSpPr>
              <p:cNvPr id="96" name="Rounded Rectangle 95"/>
              <p:cNvSpPr/>
              <p:nvPr/>
            </p:nvSpPr>
            <p:spPr>
              <a:xfrm>
                <a:off x="3569970" y="5130165"/>
                <a:ext cx="3975736" cy="388620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d-ID" sz="1400" b="1" dirty="0"/>
                  <a:t>AIX</a:t>
                </a:r>
              </a:p>
            </p:txBody>
          </p:sp>
        </p:grpSp>
        <p:grpSp>
          <p:nvGrpSpPr>
            <p:cNvPr id="5" name="Group 61"/>
            <p:cNvGrpSpPr/>
            <p:nvPr/>
          </p:nvGrpSpPr>
          <p:grpSpPr>
            <a:xfrm>
              <a:off x="607694" y="4590095"/>
              <a:ext cx="7265670" cy="651510"/>
              <a:chOff x="495300" y="4183380"/>
              <a:chExt cx="7265670" cy="651510"/>
            </a:xfrm>
          </p:grpSpPr>
          <p:sp>
            <p:nvSpPr>
              <p:cNvPr id="93" name="Rectangle 92"/>
              <p:cNvSpPr/>
              <p:nvPr/>
            </p:nvSpPr>
            <p:spPr>
              <a:xfrm>
                <a:off x="495300" y="4183380"/>
                <a:ext cx="7265670" cy="651510"/>
              </a:xfrm>
              <a:prstGeom prst="rect">
                <a:avLst/>
              </a:prstGeom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id-ID" sz="12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Database System</a:t>
                </a:r>
              </a:p>
            </p:txBody>
          </p:sp>
          <p:sp>
            <p:nvSpPr>
              <p:cNvPr id="94" name="Rounded Rectangle 93"/>
              <p:cNvSpPr/>
              <p:nvPr/>
            </p:nvSpPr>
            <p:spPr>
              <a:xfrm>
                <a:off x="4154806" y="4348165"/>
                <a:ext cx="3516631" cy="388620"/>
              </a:xfrm>
              <a:prstGeom prst="round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id-ID" sz="1600" dirty="0"/>
                  <a:t>Microsot SQL Server</a:t>
                </a:r>
              </a:p>
            </p:txBody>
          </p:sp>
        </p:grpSp>
        <p:grpSp>
          <p:nvGrpSpPr>
            <p:cNvPr id="6" name="Group 65"/>
            <p:cNvGrpSpPr/>
            <p:nvPr/>
          </p:nvGrpSpPr>
          <p:grpSpPr>
            <a:xfrm>
              <a:off x="607694" y="3793805"/>
              <a:ext cx="7265670" cy="704850"/>
              <a:chOff x="495300" y="3364230"/>
              <a:chExt cx="7265670" cy="704850"/>
            </a:xfrm>
          </p:grpSpPr>
          <p:sp>
            <p:nvSpPr>
              <p:cNvPr id="91" name="Rectangle 90"/>
              <p:cNvSpPr/>
              <p:nvPr/>
            </p:nvSpPr>
            <p:spPr>
              <a:xfrm>
                <a:off x="495300" y="3364230"/>
                <a:ext cx="7265670" cy="704850"/>
              </a:xfrm>
              <a:prstGeom prst="rect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id-ID" sz="12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Framework System</a:t>
                </a:r>
              </a:p>
            </p:txBody>
          </p:sp>
          <p:sp>
            <p:nvSpPr>
              <p:cNvPr id="92" name="Rounded Rectangle 91"/>
              <p:cNvSpPr/>
              <p:nvPr/>
            </p:nvSpPr>
            <p:spPr>
              <a:xfrm>
                <a:off x="3922388" y="3533775"/>
                <a:ext cx="2196464" cy="388620"/>
              </a:xfrm>
              <a:prstGeom prst="round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id-ID" sz="1600" dirty="0"/>
                  <a:t>Sencha </a:t>
                </a:r>
                <a:r>
                  <a:rPr lang="id-ID" sz="1600" dirty="0" err="1"/>
                  <a:t>extJS</a:t>
                </a:r>
                <a:endParaRPr lang="id-ID" sz="1600" dirty="0"/>
              </a:p>
            </p:txBody>
          </p:sp>
        </p:grpSp>
        <p:grpSp>
          <p:nvGrpSpPr>
            <p:cNvPr id="7" name="Group 66"/>
            <p:cNvGrpSpPr/>
            <p:nvPr/>
          </p:nvGrpSpPr>
          <p:grpSpPr>
            <a:xfrm>
              <a:off x="607694" y="1338260"/>
              <a:ext cx="7265670" cy="742950"/>
              <a:chOff x="495300" y="1674495"/>
              <a:chExt cx="7265670" cy="742950"/>
            </a:xfrm>
          </p:grpSpPr>
          <p:sp>
            <p:nvSpPr>
              <p:cNvPr id="86" name="Rectangle 85"/>
              <p:cNvSpPr/>
              <p:nvPr/>
            </p:nvSpPr>
            <p:spPr>
              <a:xfrm>
                <a:off x="495300" y="1674495"/>
                <a:ext cx="7265670" cy="742950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id-ID" sz="12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Persentation Technology</a:t>
                </a:r>
              </a:p>
            </p:txBody>
          </p:sp>
          <p:sp>
            <p:nvSpPr>
              <p:cNvPr id="88" name="Rounded Rectangle 87"/>
              <p:cNvSpPr/>
              <p:nvPr/>
            </p:nvSpPr>
            <p:spPr>
              <a:xfrm>
                <a:off x="3870960" y="1886902"/>
                <a:ext cx="918210" cy="388620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id-ID" sz="1600" dirty="0"/>
                  <a:t>CSS</a:t>
                </a:r>
              </a:p>
            </p:txBody>
          </p:sp>
          <p:sp>
            <p:nvSpPr>
              <p:cNvPr id="89" name="Rounded Rectangle 88"/>
              <p:cNvSpPr/>
              <p:nvPr/>
            </p:nvSpPr>
            <p:spPr>
              <a:xfrm>
                <a:off x="4899660" y="1886902"/>
                <a:ext cx="1083946" cy="388620"/>
              </a:xfrm>
              <a:prstGeom prst="round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id-ID" sz="1600"/>
                  <a:t>JavaScript</a:t>
                </a:r>
                <a:endParaRPr lang="id-ID" sz="1600" dirty="0"/>
              </a:p>
            </p:txBody>
          </p:sp>
        </p:grpSp>
        <p:grpSp>
          <p:nvGrpSpPr>
            <p:cNvPr id="8" name="Group 69"/>
            <p:cNvGrpSpPr/>
            <p:nvPr/>
          </p:nvGrpSpPr>
          <p:grpSpPr>
            <a:xfrm>
              <a:off x="7999093" y="1338258"/>
              <a:ext cx="548641" cy="4760596"/>
              <a:chOff x="7999093" y="1338258"/>
              <a:chExt cx="548641" cy="4760596"/>
            </a:xfrm>
          </p:grpSpPr>
          <p:sp>
            <p:nvSpPr>
              <p:cNvPr id="82" name="Rectangle 81"/>
              <p:cNvSpPr/>
              <p:nvPr/>
            </p:nvSpPr>
            <p:spPr>
              <a:xfrm rot="16200000">
                <a:off x="5893116" y="3444235"/>
                <a:ext cx="4760596" cy="548641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id-ID" sz="1200" b="1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Integration Services</a:t>
                </a:r>
              </a:p>
            </p:txBody>
          </p:sp>
          <p:sp>
            <p:nvSpPr>
              <p:cNvPr id="83" name="Rounded Rectangle 82"/>
              <p:cNvSpPr/>
              <p:nvPr/>
            </p:nvSpPr>
            <p:spPr>
              <a:xfrm rot="16200000">
                <a:off x="7933845" y="3282790"/>
                <a:ext cx="679135" cy="388620"/>
              </a:xfrm>
              <a:prstGeom prst="round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id-ID" sz="1200" dirty="0"/>
                  <a:t>SOAP</a:t>
                </a:r>
              </a:p>
            </p:txBody>
          </p:sp>
        </p:grpSp>
        <p:grpSp>
          <p:nvGrpSpPr>
            <p:cNvPr id="9" name="Group 70"/>
            <p:cNvGrpSpPr/>
            <p:nvPr/>
          </p:nvGrpSpPr>
          <p:grpSpPr>
            <a:xfrm>
              <a:off x="607694" y="2986085"/>
              <a:ext cx="7265670" cy="716280"/>
              <a:chOff x="607694" y="2288855"/>
              <a:chExt cx="7265670" cy="716280"/>
            </a:xfrm>
          </p:grpSpPr>
          <p:sp>
            <p:nvSpPr>
              <p:cNvPr id="80" name="Rectangle 79"/>
              <p:cNvSpPr/>
              <p:nvPr/>
            </p:nvSpPr>
            <p:spPr>
              <a:xfrm>
                <a:off x="607694" y="2288855"/>
                <a:ext cx="7265670" cy="716280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id-ID" sz="12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Development/Application Platforms</a:t>
                </a:r>
              </a:p>
            </p:txBody>
          </p:sp>
          <p:sp>
            <p:nvSpPr>
              <p:cNvPr id="81" name="Rounded Rectangle 80"/>
              <p:cNvSpPr/>
              <p:nvPr/>
            </p:nvSpPr>
            <p:spPr>
              <a:xfrm>
                <a:off x="4539609" y="2452685"/>
                <a:ext cx="1219199" cy="388620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d-ID" sz="1600" dirty="0" err="1"/>
                  <a:t>JavaScript</a:t>
                </a:r>
                <a:endParaRPr lang="id-ID" sz="1600" dirty="0"/>
              </a:p>
            </p:txBody>
          </p:sp>
        </p:grpSp>
        <p:grpSp>
          <p:nvGrpSpPr>
            <p:cNvPr id="10" name="Group 71"/>
            <p:cNvGrpSpPr/>
            <p:nvPr/>
          </p:nvGrpSpPr>
          <p:grpSpPr>
            <a:xfrm>
              <a:off x="607694" y="2172650"/>
              <a:ext cx="7265670" cy="716280"/>
              <a:chOff x="607694" y="2172650"/>
              <a:chExt cx="7265670" cy="716280"/>
            </a:xfrm>
          </p:grpSpPr>
          <p:sp>
            <p:nvSpPr>
              <p:cNvPr id="78" name="Rectangle 77"/>
              <p:cNvSpPr/>
              <p:nvPr/>
            </p:nvSpPr>
            <p:spPr>
              <a:xfrm>
                <a:off x="607694" y="2172650"/>
                <a:ext cx="7265670" cy="716280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accent3">
                      <a:lumMod val="20000"/>
                      <a:lumOff val="80000"/>
                    </a:schemeClr>
                  </a:gs>
                </a:gsLst>
              </a:gra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id-ID" sz="1200" b="1" dirty="0">
                    <a:solidFill>
                      <a:schemeClr val="tx2">
                        <a:lumMod val="7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Application Server</a:t>
                </a:r>
              </a:p>
            </p:txBody>
          </p:sp>
          <p:sp>
            <p:nvSpPr>
              <p:cNvPr id="79" name="Rounded Rectangle 78"/>
              <p:cNvSpPr/>
              <p:nvPr/>
            </p:nvSpPr>
            <p:spPr>
              <a:xfrm>
                <a:off x="3948552" y="2336480"/>
                <a:ext cx="2368923" cy="388620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d-ID" sz="1600" dirty="0"/>
                  <a:t>IBM WebSphere</a:t>
                </a:r>
              </a:p>
            </p:txBody>
          </p:sp>
        </p:grpSp>
      </p:grpSp>
      <p:sp>
        <p:nvSpPr>
          <p:cNvPr id="31" name="Rounded Rectangle 30"/>
          <p:cNvSpPr/>
          <p:nvPr/>
        </p:nvSpPr>
        <p:spPr>
          <a:xfrm rot="16200000">
            <a:off x="7931943" y="2355058"/>
            <a:ext cx="679135" cy="38862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200"/>
              <a:t>Rest </a:t>
            </a:r>
            <a:endParaRPr lang="id-ID" sz="1200" dirty="0"/>
          </a:p>
        </p:txBody>
      </p:sp>
      <p:sp>
        <p:nvSpPr>
          <p:cNvPr id="32" name="Rounded Rectangle 31"/>
          <p:cNvSpPr/>
          <p:nvPr/>
        </p:nvSpPr>
        <p:spPr>
          <a:xfrm rot="16200000">
            <a:off x="7931943" y="1516858"/>
            <a:ext cx="679135" cy="38862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200" dirty="0"/>
              <a:t>JMS</a:t>
            </a:r>
          </a:p>
        </p:txBody>
      </p:sp>
      <p:sp>
        <p:nvSpPr>
          <p:cNvPr id="33" name="Rounded Rectangle 32"/>
          <p:cNvSpPr/>
          <p:nvPr/>
        </p:nvSpPr>
        <p:spPr>
          <a:xfrm rot="16200000">
            <a:off x="7931943" y="3961922"/>
            <a:ext cx="679135" cy="38862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200"/>
              <a:t>WSDL</a:t>
            </a:r>
            <a:endParaRPr lang="id-ID" sz="1200" dirty="0"/>
          </a:p>
        </p:txBody>
      </p:sp>
      <p:sp>
        <p:nvSpPr>
          <p:cNvPr id="30" name="Rounded Rectangle 29"/>
          <p:cNvSpPr/>
          <p:nvPr/>
        </p:nvSpPr>
        <p:spPr>
          <a:xfrm>
            <a:off x="685800" y="4648200"/>
            <a:ext cx="3516631" cy="38862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IBM DB2</a:t>
            </a:r>
            <a:endParaRPr lang="id-ID" sz="1600" dirty="0"/>
          </a:p>
        </p:txBody>
      </p:sp>
      <p:grpSp>
        <p:nvGrpSpPr>
          <p:cNvPr id="11" name="Group 34"/>
          <p:cNvGrpSpPr/>
          <p:nvPr/>
        </p:nvGrpSpPr>
        <p:grpSpPr>
          <a:xfrm>
            <a:off x="609600" y="5210177"/>
            <a:ext cx="7265670" cy="769620"/>
            <a:chOff x="495300" y="4945380"/>
            <a:chExt cx="7265670" cy="769620"/>
          </a:xfrm>
        </p:grpSpPr>
        <p:sp>
          <p:nvSpPr>
            <p:cNvPr id="55" name="Rectangle 54"/>
            <p:cNvSpPr/>
            <p:nvPr/>
          </p:nvSpPr>
          <p:spPr>
            <a:xfrm>
              <a:off x="495300" y="4945380"/>
              <a:ext cx="7265670" cy="769620"/>
            </a:xfrm>
            <a:prstGeom prst="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id-ID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Operating System</a:t>
              </a:r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4152900" y="5213983"/>
              <a:ext cx="3392806" cy="38862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Red Hat Enterprise Linux Server release 7.4 </a:t>
              </a:r>
              <a:endParaRPr lang="en-US" sz="1400" dirty="0"/>
            </a:p>
          </p:txBody>
        </p:sp>
      </p:grpSp>
      <p:grpSp>
        <p:nvGrpSpPr>
          <p:cNvPr id="12" name="Group 35"/>
          <p:cNvGrpSpPr/>
          <p:nvPr/>
        </p:nvGrpSpPr>
        <p:grpSpPr>
          <a:xfrm>
            <a:off x="609600" y="4471037"/>
            <a:ext cx="7265670" cy="651510"/>
            <a:chOff x="495300" y="4183380"/>
            <a:chExt cx="7265670" cy="651510"/>
          </a:xfrm>
        </p:grpSpPr>
        <p:sp>
          <p:nvSpPr>
            <p:cNvPr id="53" name="Rectangle 52"/>
            <p:cNvSpPr/>
            <p:nvPr/>
          </p:nvSpPr>
          <p:spPr>
            <a:xfrm>
              <a:off x="495300" y="4183380"/>
              <a:ext cx="7265670" cy="65151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id-ID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Database System</a:t>
              </a:r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4154806" y="4429123"/>
              <a:ext cx="3516631" cy="31242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ORACLE 12</a:t>
              </a:r>
            </a:p>
          </p:txBody>
        </p:sp>
      </p:grpSp>
      <p:sp>
        <p:nvSpPr>
          <p:cNvPr id="51" name="Rectangle 50"/>
          <p:cNvSpPr/>
          <p:nvPr/>
        </p:nvSpPr>
        <p:spPr>
          <a:xfrm>
            <a:off x="609600" y="3674747"/>
            <a:ext cx="7265670" cy="70485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d-ID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Framework System</a:t>
            </a:r>
          </a:p>
        </p:txBody>
      </p:sp>
      <p:grpSp>
        <p:nvGrpSpPr>
          <p:cNvPr id="13" name="Group 37"/>
          <p:cNvGrpSpPr/>
          <p:nvPr/>
        </p:nvGrpSpPr>
        <p:grpSpPr>
          <a:xfrm>
            <a:off x="609600" y="1219202"/>
            <a:ext cx="7265670" cy="742950"/>
            <a:chOff x="495300" y="1674495"/>
            <a:chExt cx="7265670" cy="742950"/>
          </a:xfrm>
        </p:grpSpPr>
        <p:sp>
          <p:nvSpPr>
            <p:cNvPr id="48" name="Rectangle 47"/>
            <p:cNvSpPr/>
            <p:nvPr/>
          </p:nvSpPr>
          <p:spPr>
            <a:xfrm>
              <a:off x="495300" y="1674495"/>
              <a:ext cx="7265670" cy="742950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id-ID" sz="1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Persentation Technology</a:t>
              </a:r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3870960" y="1886902"/>
              <a:ext cx="918210" cy="388620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/>
                <a:t>CSS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4899660" y="1886902"/>
              <a:ext cx="1083946" cy="38862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/>
                <a:t>JavaScript</a:t>
              </a:r>
              <a:endParaRPr lang="id-ID" sz="1600" dirty="0"/>
            </a:p>
          </p:txBody>
        </p:sp>
      </p:grpSp>
      <p:grpSp>
        <p:nvGrpSpPr>
          <p:cNvPr id="14" name="Group 38"/>
          <p:cNvGrpSpPr/>
          <p:nvPr/>
        </p:nvGrpSpPr>
        <p:grpSpPr>
          <a:xfrm>
            <a:off x="8000999" y="1219200"/>
            <a:ext cx="548641" cy="4760596"/>
            <a:chOff x="7999093" y="1338258"/>
            <a:chExt cx="548641" cy="4760596"/>
          </a:xfrm>
        </p:grpSpPr>
        <p:sp>
          <p:nvSpPr>
            <p:cNvPr id="46" name="Rectangle 45"/>
            <p:cNvSpPr/>
            <p:nvPr/>
          </p:nvSpPr>
          <p:spPr>
            <a:xfrm rot="16200000">
              <a:off x="5893116" y="3444235"/>
              <a:ext cx="4760596" cy="548641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id-ID" sz="12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Integration Services</a:t>
              </a:r>
            </a:p>
          </p:txBody>
        </p:sp>
        <p:sp>
          <p:nvSpPr>
            <p:cNvPr id="47" name="Rounded Rectangle 46"/>
            <p:cNvSpPr/>
            <p:nvPr/>
          </p:nvSpPr>
          <p:spPr>
            <a:xfrm rot="16200000">
              <a:off x="7892901" y="1635916"/>
              <a:ext cx="679135" cy="388620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Rest API</a:t>
              </a:r>
              <a:endParaRPr lang="id-ID" sz="1200" dirty="0"/>
            </a:p>
          </p:txBody>
        </p:sp>
      </p:grpSp>
      <p:grpSp>
        <p:nvGrpSpPr>
          <p:cNvPr id="15" name="Group 39"/>
          <p:cNvGrpSpPr/>
          <p:nvPr/>
        </p:nvGrpSpPr>
        <p:grpSpPr>
          <a:xfrm>
            <a:off x="609600" y="2867027"/>
            <a:ext cx="7265670" cy="716280"/>
            <a:chOff x="607694" y="2288855"/>
            <a:chExt cx="7265670" cy="716280"/>
          </a:xfrm>
        </p:grpSpPr>
        <p:sp>
          <p:nvSpPr>
            <p:cNvPr id="44" name="Rectangle 43"/>
            <p:cNvSpPr/>
            <p:nvPr/>
          </p:nvSpPr>
          <p:spPr>
            <a:xfrm>
              <a:off x="607694" y="2288855"/>
              <a:ext cx="7265670" cy="716280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id-ID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Development/Application Platforms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6094094" y="2469828"/>
              <a:ext cx="1219199" cy="388620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Java EE</a:t>
              </a:r>
              <a:endParaRPr lang="id-ID" sz="1600" dirty="0"/>
            </a:p>
          </p:txBody>
        </p:sp>
      </p:grpSp>
      <p:grpSp>
        <p:nvGrpSpPr>
          <p:cNvPr id="16" name="Group 40"/>
          <p:cNvGrpSpPr/>
          <p:nvPr/>
        </p:nvGrpSpPr>
        <p:grpSpPr>
          <a:xfrm>
            <a:off x="609600" y="2053592"/>
            <a:ext cx="7265670" cy="716280"/>
            <a:chOff x="607694" y="2172650"/>
            <a:chExt cx="7265670" cy="716280"/>
          </a:xfrm>
        </p:grpSpPr>
        <p:sp>
          <p:nvSpPr>
            <p:cNvPr id="42" name="Rectangle 41"/>
            <p:cNvSpPr/>
            <p:nvPr/>
          </p:nvSpPr>
          <p:spPr>
            <a:xfrm>
              <a:off x="607694" y="2172650"/>
              <a:ext cx="7265670" cy="716280"/>
            </a:xfrm>
            <a:prstGeom prst="rect">
              <a:avLst/>
            </a:prstGeom>
            <a:gradFill>
              <a:gsLst>
                <a:gs pos="0">
                  <a:schemeClr val="tx2"/>
                </a:gs>
                <a:gs pos="100000">
                  <a:schemeClr val="accent3">
                    <a:lumMod val="20000"/>
                    <a:lumOff val="80000"/>
                  </a:schemeClr>
                </a:gs>
              </a:gsLst>
            </a:gra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id-ID" sz="1200" b="1" dirty="0">
                  <a:solidFill>
                    <a:schemeClr val="tx2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Application Server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3948552" y="2336480"/>
              <a:ext cx="3364742" cy="38862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EZMCOM MFA Application Server  4.2.3</a:t>
              </a:r>
            </a:p>
          </p:txBody>
        </p:sp>
      </p:grpSp>
      <p:sp>
        <p:nvSpPr>
          <p:cNvPr id="57" name="Rounded Rectangle 56"/>
          <p:cNvSpPr/>
          <p:nvPr/>
        </p:nvSpPr>
        <p:spPr>
          <a:xfrm>
            <a:off x="6199496" y="1426532"/>
            <a:ext cx="1083946" cy="38862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HTML</a:t>
            </a:r>
            <a:endParaRPr lang="id-ID" sz="1600" dirty="0"/>
          </a:p>
        </p:txBody>
      </p:sp>
      <p:sp>
        <p:nvSpPr>
          <p:cNvPr id="60" name="Rounded Rectangle 59"/>
          <p:cNvSpPr/>
          <p:nvPr/>
        </p:nvSpPr>
        <p:spPr>
          <a:xfrm>
            <a:off x="762000" y="5478780"/>
            <a:ext cx="3392806" cy="3886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Windows Server 2012 R2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04481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AAB029B-A64C-CC40-9488-71310D2ADC3C}"/>
              </a:ext>
            </a:extLst>
          </p:cNvPr>
          <p:cNvSpPr txBox="1">
            <a:spLocks/>
          </p:cNvSpPr>
          <p:nvPr/>
        </p:nvSpPr>
        <p:spPr bwMode="auto">
          <a:xfrm>
            <a:off x="175846" y="-76200"/>
            <a:ext cx="8229600" cy="701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/>
            <a:r>
              <a:rPr lang="en-US" sz="2800" b="1" dirty="0" err="1">
                <a:solidFill>
                  <a:prstClr val="black"/>
                </a:solidFill>
              </a:rPr>
              <a:t>Bankwide</a:t>
            </a:r>
            <a:r>
              <a:rPr lang="en-US" sz="2800" b="1" dirty="0">
                <a:solidFill>
                  <a:prstClr val="black"/>
                </a:solidFill>
              </a:rPr>
              <a:t> Architecture Point Of View</a:t>
            </a:r>
            <a:endParaRPr lang="en-US" altLang="id-ID" sz="2800" b="1" dirty="0"/>
          </a:p>
        </p:txBody>
      </p:sp>
      <p:pic>
        <p:nvPicPr>
          <p:cNvPr id="6" name="Picture 5" descr="A close up of a device&#10;&#10;Description automatically generated">
            <a:extLst>
              <a:ext uri="{FF2B5EF4-FFF2-40B4-BE49-F238E27FC236}">
                <a16:creationId xmlns:a16="http://schemas.microsoft.com/office/drawing/2014/main" id="{2200265B-330C-084A-9254-9791130524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750" y="914400"/>
            <a:ext cx="5270500" cy="593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421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86C23-3F76-9746-A1AC-8F95F5AAAC2D}"/>
              </a:ext>
            </a:extLst>
          </p:cNvPr>
          <p:cNvSpPr txBox="1">
            <a:spLocks/>
          </p:cNvSpPr>
          <p:nvPr/>
        </p:nvSpPr>
        <p:spPr bwMode="auto">
          <a:xfrm>
            <a:off x="175846" y="-76200"/>
            <a:ext cx="8229600" cy="701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/>
            <a:r>
              <a:rPr lang="en-US" sz="2800" b="1" dirty="0">
                <a:solidFill>
                  <a:prstClr val="black"/>
                </a:solidFill>
              </a:rPr>
              <a:t>Development Architecture Point Of View</a:t>
            </a:r>
            <a:endParaRPr lang="en-US" altLang="id-ID" sz="2800" b="1" dirty="0"/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424C6AA9-2793-D64C-8990-9B793CA6CD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550" y="1143000"/>
            <a:ext cx="6184900" cy="543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55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16016</TotalTime>
  <Words>179</Words>
  <Application>Microsoft Macintosh PowerPoint</Application>
  <PresentationFormat>On-screen Show (4:3)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B. Guido Saputro</dc:creator>
  <cp:lastModifiedBy>SHIELLA MULYADI</cp:lastModifiedBy>
  <cp:revision>548</cp:revision>
  <cp:lastPrinted>2019-03-20T08:58:41Z</cp:lastPrinted>
  <dcterms:created xsi:type="dcterms:W3CDTF">2016-09-21T10:25:25Z</dcterms:created>
  <dcterms:modified xsi:type="dcterms:W3CDTF">2020-07-21T13:53:41Z</dcterms:modified>
</cp:coreProperties>
</file>