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310" r:id="rId3"/>
    <p:sldId id="311" r:id="rId4"/>
    <p:sldId id="313" r:id="rId5"/>
    <p:sldId id="312" r:id="rId6"/>
    <p:sldId id="314" r:id="rId7"/>
    <p:sldId id="315" r:id="rId8"/>
    <p:sldId id="316" r:id="rId9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5520" autoAdjust="0"/>
  </p:normalViewPr>
  <p:slideViewPr>
    <p:cSldViewPr>
      <p:cViewPr varScale="1">
        <p:scale>
          <a:sx n="70" d="100"/>
          <a:sy n="70" d="100"/>
        </p:scale>
        <p:origin x="-132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AE42C-3A35-4335-B6B4-5BF596234524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6EB9E-4106-49DF-B8A8-AC8AFC903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7485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829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417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66380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5433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0411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5220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2337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6280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3298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0325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67681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572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-20016" b="-20016"/>
          <a:stretch>
            <a:fillRect/>
          </a:stretch>
        </p:blipFill>
        <p:spPr bwMode="auto">
          <a:xfrm>
            <a:off x="184639" y="6551613"/>
            <a:ext cx="8773258" cy="1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98899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D3F05-2088-4C92-A7C0-3DC89502D0D0}" type="datetimeFigureOut">
              <a:rPr lang="en-US" smtClean="0"/>
              <a:pPr/>
              <a:t>7/16/2020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BF7B4-B696-4DCE-8FF0-00F525B4F1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263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 descr="C:\Users\Laut Lubis\Documents\Maybank-xx.png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163" y="-17463"/>
            <a:ext cx="9936163" cy="687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85800" y="2514600"/>
            <a:ext cx="60113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/>
              <a:t>Branch Transformation</a:t>
            </a:r>
          </a:p>
          <a:p>
            <a:r>
              <a:rPr lang="en-US" sz="4800" b="1" dirty="0" smtClean="0"/>
              <a:t>Sequence Diagram</a:t>
            </a:r>
          </a:p>
          <a:p>
            <a:r>
              <a:rPr lang="en-US" sz="4800" b="1" dirty="0" smtClean="0"/>
              <a:t>Version </a:t>
            </a:r>
            <a:r>
              <a:rPr lang="en-US" sz="4800" b="1" dirty="0" smtClean="0"/>
              <a:t>1.2</a:t>
            </a:r>
            <a:endParaRPr lang="en-US" sz="4800" b="1" dirty="0"/>
          </a:p>
        </p:txBody>
      </p:sp>
    </p:spTree>
    <p:extLst>
      <p:ext uri="{BB962C8B-B14F-4D97-AF65-F5344CB8AC3E}">
        <p14:creationId xmlns="" xmlns:p14="http://schemas.microsoft.com/office/powerpoint/2010/main" val="70530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75846" y="136461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altLang="id-ID" sz="2800" b="1" dirty="0" smtClean="0"/>
              <a:t>KYC By Branch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501" y="990601"/>
            <a:ext cx="8749899" cy="5562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0448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75846" y="136461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altLang="id-ID" sz="2800" b="1" dirty="0" err="1" smtClean="0"/>
              <a:t>Ganti</a:t>
            </a:r>
            <a:r>
              <a:rPr lang="en-US" altLang="id-ID" sz="2800" b="1" dirty="0" smtClean="0"/>
              <a:t> </a:t>
            </a:r>
            <a:r>
              <a:rPr lang="en-US" altLang="id-ID" sz="2800" b="1" dirty="0" err="1" smtClean="0"/>
              <a:t>Kartu</a:t>
            </a:r>
            <a:r>
              <a:rPr lang="en-US" altLang="id-ID" sz="2800" b="1" dirty="0" smtClean="0"/>
              <a:t> Di </a:t>
            </a:r>
            <a:r>
              <a:rPr lang="en-US" altLang="id-ID" sz="2800" b="1" dirty="0" err="1" smtClean="0"/>
              <a:t>Cabang</a:t>
            </a:r>
            <a:endParaRPr lang="en-US" altLang="id-ID" sz="2800" b="1" dirty="0" smtClean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914400"/>
            <a:ext cx="7210749" cy="579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0448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75846" y="0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altLang="id-ID" sz="2400" b="1" dirty="0" err="1" smtClean="0"/>
              <a:t>Ganti</a:t>
            </a:r>
            <a:r>
              <a:rPr lang="en-US" altLang="id-ID" sz="2400" b="1" dirty="0" smtClean="0"/>
              <a:t> </a:t>
            </a:r>
            <a:r>
              <a:rPr lang="en-US" altLang="id-ID" sz="2400" b="1" dirty="0" err="1" smtClean="0"/>
              <a:t>Kartu</a:t>
            </a:r>
            <a:r>
              <a:rPr lang="en-US" altLang="id-ID" sz="2400" b="1" dirty="0" smtClean="0"/>
              <a:t> Di </a:t>
            </a:r>
            <a:r>
              <a:rPr lang="en-US" altLang="id-ID" sz="2400" b="1" dirty="0" err="1" smtClean="0"/>
              <a:t>Cabang</a:t>
            </a:r>
            <a:endParaRPr lang="en-US" altLang="id-ID" sz="2400" b="1" dirty="0" smtClean="0"/>
          </a:p>
          <a:p>
            <a:pPr eaLnBrk="0" hangingPunct="0"/>
            <a:r>
              <a:rPr lang="en-US" altLang="id-ID" sz="2400" b="1" dirty="0" smtClean="0"/>
              <a:t>(</a:t>
            </a:r>
            <a:r>
              <a:rPr lang="en-US" altLang="id-ID" sz="2400" b="1" dirty="0" err="1" smtClean="0"/>
              <a:t>Untuk</a:t>
            </a:r>
            <a:r>
              <a:rPr lang="en-US" altLang="id-ID" sz="2400" b="1" dirty="0" smtClean="0"/>
              <a:t> Status </a:t>
            </a:r>
            <a:r>
              <a:rPr lang="en-US" altLang="id-ID" sz="2400" b="1" dirty="0" err="1" smtClean="0"/>
              <a:t>Kartu</a:t>
            </a:r>
            <a:r>
              <a:rPr lang="en-US" altLang="id-ID" sz="2400" b="1" dirty="0" smtClean="0"/>
              <a:t> </a:t>
            </a:r>
            <a:r>
              <a:rPr lang="en-US" altLang="id-ID" sz="2400" b="1" dirty="0" err="1" smtClean="0"/>
              <a:t>Tidak</a:t>
            </a:r>
            <a:r>
              <a:rPr lang="en-US" altLang="id-ID" sz="2400" b="1" dirty="0" smtClean="0"/>
              <a:t> </a:t>
            </a:r>
            <a:r>
              <a:rPr lang="en-US" altLang="id-ID" sz="2400" b="1" dirty="0" err="1" smtClean="0"/>
              <a:t>Aktif</a:t>
            </a:r>
            <a:r>
              <a:rPr lang="en-US" altLang="id-ID" sz="2400" b="1" dirty="0" smtClean="0"/>
              <a:t>)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914400"/>
            <a:ext cx="7239000" cy="581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0448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75846" y="136461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altLang="id-ID" sz="2400" b="1" dirty="0" err="1" smtClean="0"/>
              <a:t>Ganti</a:t>
            </a:r>
            <a:r>
              <a:rPr lang="en-US" altLang="id-ID" sz="2400" b="1" dirty="0" smtClean="0"/>
              <a:t> </a:t>
            </a:r>
            <a:r>
              <a:rPr lang="en-US" altLang="id-ID" sz="2400" b="1" dirty="0" err="1" smtClean="0"/>
              <a:t>Kartu</a:t>
            </a:r>
            <a:r>
              <a:rPr lang="en-US" altLang="id-ID" sz="2400" b="1" dirty="0" smtClean="0"/>
              <a:t> Di </a:t>
            </a:r>
            <a:r>
              <a:rPr lang="en-US" altLang="id-ID" sz="2400" b="1" dirty="0" err="1" smtClean="0"/>
              <a:t>Kirim</a:t>
            </a:r>
            <a:r>
              <a:rPr lang="en-US" altLang="id-ID" sz="2400" b="1" dirty="0" smtClean="0"/>
              <a:t> </a:t>
            </a:r>
          </a:p>
          <a:p>
            <a:pPr eaLnBrk="0" hangingPunct="0"/>
            <a:r>
              <a:rPr lang="en-US" altLang="id-ID" sz="2400" b="1" dirty="0" smtClean="0"/>
              <a:t>Via Mail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138" y="981075"/>
            <a:ext cx="846772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0448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75846" y="136461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sz="2400" b="1" dirty="0" smtClean="0"/>
              <a:t>Link </a:t>
            </a:r>
            <a:r>
              <a:rPr lang="en-US" sz="2400" b="1" dirty="0" err="1" smtClean="0"/>
              <a:t>Rekening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Ke</a:t>
            </a:r>
            <a:r>
              <a:rPr lang="en-US" sz="2400" b="1" dirty="0" smtClean="0"/>
              <a:t> Existing ATM Card</a:t>
            </a:r>
            <a:endParaRPr lang="en-US" altLang="id-ID" sz="2400" b="1" dirty="0" smtClean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138" y="1143000"/>
            <a:ext cx="84677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0448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75846" y="136461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sz="2400" b="1" dirty="0" err="1" smtClean="0"/>
              <a:t>Tambah</a:t>
            </a:r>
            <a:r>
              <a:rPr lang="en-US" sz="2400" b="1" dirty="0" smtClean="0"/>
              <a:t> ATM Card </a:t>
            </a:r>
            <a:r>
              <a:rPr lang="en-US" sz="2400" b="1" dirty="0" err="1" smtClean="0"/>
              <a:t>Baru</a:t>
            </a:r>
            <a:endParaRPr lang="en-US" sz="2400" b="1" dirty="0" smtClean="0"/>
          </a:p>
          <a:p>
            <a:pPr eaLnBrk="0" hangingPunct="0"/>
            <a:r>
              <a:rPr lang="en-US" altLang="id-ID" sz="2400" b="1" dirty="0" smtClean="0"/>
              <a:t>Di </a:t>
            </a:r>
            <a:r>
              <a:rPr lang="en-US" altLang="id-ID" sz="2400" b="1" dirty="0" err="1" smtClean="0"/>
              <a:t>Cabang</a:t>
            </a:r>
            <a:endParaRPr lang="en-US" altLang="id-ID" sz="2400" b="1" dirty="0" smtClean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914400"/>
            <a:ext cx="7315200" cy="5875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0448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75846" y="136461"/>
            <a:ext cx="8229600" cy="70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/>
            <a:r>
              <a:rPr lang="en-US" sz="2400" b="1" dirty="0" err="1" smtClean="0"/>
              <a:t>Tambah</a:t>
            </a:r>
            <a:r>
              <a:rPr lang="en-US" sz="2400" b="1" dirty="0" smtClean="0"/>
              <a:t> ATM Card </a:t>
            </a:r>
            <a:r>
              <a:rPr lang="en-US" sz="2400" b="1" dirty="0" err="1" smtClean="0"/>
              <a:t>Baru</a:t>
            </a:r>
            <a:endParaRPr lang="en-US" sz="2400" b="1" dirty="0" smtClean="0"/>
          </a:p>
          <a:p>
            <a:pPr eaLnBrk="0" hangingPunct="0"/>
            <a:r>
              <a:rPr lang="en-US" altLang="id-ID" sz="2400" b="1" dirty="0" smtClean="0"/>
              <a:t>Di </a:t>
            </a:r>
            <a:r>
              <a:rPr lang="en-US" altLang="id-ID" sz="2400" b="1" dirty="0" err="1" smtClean="0"/>
              <a:t>Kirim</a:t>
            </a:r>
            <a:r>
              <a:rPr lang="en-US" altLang="id-ID" sz="2400" b="1" dirty="0" smtClean="0"/>
              <a:t> via Mail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138" y="981075"/>
            <a:ext cx="846772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0448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15957</TotalTime>
  <Words>50</Words>
  <Application>Microsoft Office PowerPoint</Application>
  <PresentationFormat>On-screen Show (4:3)</PresentationFormat>
  <Paragraphs>14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B. Guido Saputro</dc:creator>
  <cp:lastModifiedBy>HH35453</cp:lastModifiedBy>
  <cp:revision>563</cp:revision>
  <cp:lastPrinted>2019-03-20T08:58:41Z</cp:lastPrinted>
  <dcterms:created xsi:type="dcterms:W3CDTF">2016-09-21T10:25:25Z</dcterms:created>
  <dcterms:modified xsi:type="dcterms:W3CDTF">2020-07-16T02:43:43Z</dcterms:modified>
</cp:coreProperties>
</file>